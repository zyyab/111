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8" r:id="rId2"/>
    <p:sldId id="289" r:id="rId3"/>
    <p:sldId id="293" r:id="rId4"/>
    <p:sldId id="299" r:id="rId5"/>
    <p:sldId id="307" r:id="rId6"/>
    <p:sldId id="294" r:id="rId7"/>
    <p:sldId id="300" r:id="rId8"/>
    <p:sldId id="304" r:id="rId9"/>
    <p:sldId id="302" r:id="rId10"/>
    <p:sldId id="295" r:id="rId11"/>
    <p:sldId id="303" r:id="rId12"/>
    <p:sldId id="296" r:id="rId13"/>
    <p:sldId id="298" r:id="rId14"/>
    <p:sldId id="308" r:id="rId15"/>
    <p:sldId id="306" r:id="rId16"/>
    <p:sldId id="305" r:id="rId17"/>
    <p:sldId id="28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5977"/>
    <a:srgbClr val="719DC0"/>
    <a:srgbClr val="D1F2FB"/>
    <a:srgbClr val="274157"/>
    <a:srgbClr val="36393A"/>
    <a:srgbClr val="606466"/>
    <a:srgbClr val="D2A67E"/>
    <a:srgbClr val="E4CAB2"/>
    <a:srgbClr val="F6F7F9"/>
    <a:srgbClr val="FE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31" autoAdjust="0"/>
    <p:restoredTop sz="94660"/>
  </p:normalViewPr>
  <p:slideViewPr>
    <p:cSldViewPr snapToGrid="0">
      <p:cViewPr varScale="1">
        <p:scale>
          <a:sx n="86" d="100"/>
          <a:sy n="86" d="100"/>
        </p:scale>
        <p:origin x="8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355977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76-4CAD-A958-A38662C853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76-4CAD-A958-A38662C853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76-4CAD-A958-A38662C853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6848272"/>
        <c:axId val="466858672"/>
      </c:lineChart>
      <c:catAx>
        <c:axId val="466848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355977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66858672"/>
        <c:crosses val="autoZero"/>
        <c:auto val="1"/>
        <c:lblAlgn val="ctr"/>
        <c:lblOffset val="100"/>
        <c:noMultiLvlLbl val="0"/>
      </c:catAx>
      <c:valAx>
        <c:axId val="466858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355977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66848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355977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355977"/>
          </a:solidFill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355977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355977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F3-436B-961C-41BEECCD07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719DC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F3-436B-961C-41BEECCD07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F3-436B-961C-41BEECCD07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50565088"/>
        <c:axId val="850571328"/>
      </c:barChart>
      <c:catAx>
        <c:axId val="8505650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50571328"/>
        <c:crosses val="autoZero"/>
        <c:auto val="1"/>
        <c:lblAlgn val="ctr"/>
        <c:lblOffset val="100"/>
        <c:noMultiLvlLbl val="0"/>
      </c:catAx>
      <c:valAx>
        <c:axId val="850571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50565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5C80-7CCF-40D6-B45E-DDAA03A2ECDB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5F95F-B761-4B9D-9ECD-F001C8938A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" advClick="0" advTm="0">
        <p:circle/>
      </p:transition>
    </mc:Choice>
    <mc:Fallback xmlns="">
      <p:transition advClick="0" advTm="0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5C80-7CCF-40D6-B45E-DDAA03A2ECDB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5F95F-B761-4B9D-9ECD-F001C8938A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" advClick="0" advTm="0">
        <p:circle/>
      </p:transition>
    </mc:Choice>
    <mc:Fallback xmlns="">
      <p:transition advClick="0" advTm="0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5C80-7CCF-40D6-B45E-DDAA03A2ECDB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5F95F-B761-4B9D-9ECD-F001C8938A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" advClick="0" advTm="0">
        <p:circle/>
      </p:transition>
    </mc:Choice>
    <mc:Fallback xmlns="">
      <p:transition advClick="0" advTm="0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5C80-7CCF-40D6-B45E-DDAA03A2ECDB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5F95F-B761-4B9D-9ECD-F001C8938A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" advClick="0" advTm="0">
        <p:circle/>
      </p:transition>
    </mc:Choice>
    <mc:Fallback xmlns="">
      <p:transition advClick="0" advTm="0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5C80-7CCF-40D6-B45E-DDAA03A2ECDB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5F95F-B761-4B9D-9ECD-F001C8938A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" advClick="0" advTm="0">
        <p:circle/>
      </p:transition>
    </mc:Choice>
    <mc:Fallback xmlns="">
      <p:transition advClick="0" advTm="0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5C80-7CCF-40D6-B45E-DDAA03A2ECDB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5F95F-B761-4B9D-9ECD-F001C8938A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" advClick="0" advTm="0">
        <p:circle/>
      </p:transition>
    </mc:Choice>
    <mc:Fallback xmlns="">
      <p:transition advClick="0" advTm="0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5C80-7CCF-40D6-B45E-DDAA03A2ECDB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5F95F-B761-4B9D-9ECD-F001C8938A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" advClick="0" advTm="0">
        <p:circle/>
      </p:transition>
    </mc:Choice>
    <mc:Fallback xmlns="">
      <p:transition advClick="0" advTm="0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5C80-7CCF-40D6-B45E-DDAA03A2ECDB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5F95F-B761-4B9D-9ECD-F001C8938A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" advClick="0" advTm="0">
        <p:circle/>
      </p:transition>
    </mc:Choice>
    <mc:Fallback xmlns="">
      <p:transition advClick="0" advTm="0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5C80-7CCF-40D6-B45E-DDAA03A2ECDB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5F95F-B761-4B9D-9ECD-F001C8938A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" advClick="0" advTm="0">
        <p:circle/>
      </p:transition>
    </mc:Choice>
    <mc:Fallback xmlns="">
      <p:transition advClick="0" advTm="0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5C80-7CCF-40D6-B45E-DDAA03A2ECDB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5F95F-B761-4B9D-9ECD-F001C8938A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" advClick="0" advTm="0">
        <p:circle/>
      </p:transition>
    </mc:Choice>
    <mc:Fallback xmlns="">
      <p:transition advClick="0" advTm="0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5C80-7CCF-40D6-B45E-DDAA03A2ECDB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5F95F-B761-4B9D-9ECD-F001C8938A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" advClick="0" advTm="0">
        <p:circle/>
      </p:transition>
    </mc:Choice>
    <mc:Fallback xmlns="">
      <p:transition advClick="0" advTm="0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D5C80-7CCF-40D6-B45E-DDAA03A2ECDB}" type="datetimeFigureOut">
              <a:rPr lang="zh-CN" altLang="en-US" smtClean="0"/>
              <a:t>2022/4/21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5F95F-B761-4B9D-9ECD-F001C8938A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40" advClick="0" advTm="0">
        <p:circle/>
      </p:transition>
    </mc:Choice>
    <mc:Fallback xmlns="">
      <p:transition advClick="0" advTm="0">
        <p:circl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n/chrom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00"/>
          <a:stretch/>
        </p:blipFill>
        <p:spPr>
          <a:xfrm>
            <a:off x="0" y="0"/>
            <a:ext cx="12192000" cy="68884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81090" y="1790804"/>
            <a:ext cx="7571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>
                <a:solidFill>
                  <a:srgbClr val="355977"/>
                </a:solidFill>
                <a:latin typeface="字魂138号-霸燃手书" panose="00000500000000000000" pitchFamily="2" charset="-122"/>
                <a:ea typeface="字魂138号-霸燃手书" panose="00000500000000000000" pitchFamily="2" charset="-122"/>
              </a:rPr>
              <a:t>浏览器的使用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404447" y="3497537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600" dirty="0">
                <a:solidFill>
                  <a:srgbClr val="355977"/>
                </a:solidFill>
              </a:rPr>
              <a:t>张远玉、邓焯华</a:t>
            </a:r>
          </a:p>
        </p:txBody>
      </p:sp>
      <p:pic>
        <p:nvPicPr>
          <p:cNvPr id="3" name="悠扬的中国风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28795.9166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4654" y="731668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6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30" b="37570"/>
          <a:stretch/>
        </p:blipFill>
        <p:spPr>
          <a:xfrm flipH="1">
            <a:off x="0" y="0"/>
            <a:ext cx="12192000" cy="3429000"/>
          </a:xfrm>
          <a:custGeom>
            <a:avLst/>
            <a:gdLst>
              <a:gd name="connsiteX0" fmla="*/ 12192000 w 12192000"/>
              <a:gd name="connsiteY0" fmla="*/ 0 h 3429000"/>
              <a:gd name="connsiteX1" fmla="*/ 0 w 12192000"/>
              <a:gd name="connsiteY1" fmla="*/ 0 h 3429000"/>
              <a:gd name="connsiteX2" fmla="*/ 0 w 12192000"/>
              <a:gd name="connsiteY2" fmla="*/ 2698419 h 3429000"/>
              <a:gd name="connsiteX3" fmla="*/ 280829 w 12192000"/>
              <a:gd name="connsiteY3" fmla="*/ 2781706 h 3429000"/>
              <a:gd name="connsiteX4" fmla="*/ 5806440 w 12192000"/>
              <a:gd name="connsiteY4" fmla="*/ 3429000 h 3429000"/>
              <a:gd name="connsiteX5" fmla="*/ 11948935 w 12192000"/>
              <a:gd name="connsiteY5" fmla="*/ 2598753 h 3429000"/>
              <a:gd name="connsiteX6" fmla="*/ 12192000 w 12192000"/>
              <a:gd name="connsiteY6" fmla="*/ 2511484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429000">
                <a:moveTo>
                  <a:pt x="12192000" y="0"/>
                </a:moveTo>
                <a:lnTo>
                  <a:pt x="0" y="0"/>
                </a:lnTo>
                <a:lnTo>
                  <a:pt x="0" y="2698419"/>
                </a:lnTo>
                <a:lnTo>
                  <a:pt x="280829" y="2781706"/>
                </a:lnTo>
                <a:cubicBezTo>
                  <a:pt x="1782420" y="3186084"/>
                  <a:pt x="3707496" y="3429000"/>
                  <a:pt x="5806440" y="3429000"/>
                </a:cubicBezTo>
                <a:cubicBezTo>
                  <a:pt x="8205234" y="3429000"/>
                  <a:pt x="10376933" y="3111722"/>
                  <a:pt x="11948935" y="2598753"/>
                </a:cubicBezTo>
                <a:lnTo>
                  <a:pt x="12192000" y="2511484"/>
                </a:lnTo>
                <a:close/>
              </a:path>
            </a:pathLst>
          </a:custGeom>
        </p:spPr>
      </p:pic>
      <p:grpSp>
        <p:nvGrpSpPr>
          <p:cNvPr id="6" name="组合 5"/>
          <p:cNvGrpSpPr/>
          <p:nvPr/>
        </p:nvGrpSpPr>
        <p:grpSpPr>
          <a:xfrm>
            <a:off x="3903085" y="1036075"/>
            <a:ext cx="5086870" cy="1745514"/>
            <a:chOff x="4265474" y="1927518"/>
            <a:chExt cx="5086870" cy="1745514"/>
          </a:xfrm>
        </p:grpSpPr>
        <p:sp>
          <p:nvSpPr>
            <p:cNvPr id="7" name="文本框 6"/>
            <p:cNvSpPr txBox="1"/>
            <p:nvPr/>
          </p:nvSpPr>
          <p:spPr>
            <a:xfrm>
              <a:off x="5893047" y="3303700"/>
              <a:ext cx="1448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dirty="0">
                  <a:solidFill>
                    <a:srgbClr val="355977"/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目   录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265474" y="1927518"/>
              <a:ext cx="508687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600" dirty="0">
                  <a:solidFill>
                    <a:srgbClr val="355977"/>
                  </a:solidFill>
                  <a:latin typeface="字魂138号-霸燃手书" panose="00000500000000000000" pitchFamily="2" charset="-122"/>
                  <a:ea typeface="字魂138号-霸燃手书" panose="00000500000000000000" pitchFamily="2" charset="-122"/>
                </a:rPr>
                <a:t>CATALOGUE</a:t>
              </a:r>
              <a:endParaRPr lang="zh-CN" altLang="en-US" sz="6600" dirty="0">
                <a:solidFill>
                  <a:srgbClr val="355977"/>
                </a:solidFill>
                <a:latin typeface="字魂138号-霸燃手书" panose="00000500000000000000" pitchFamily="2" charset="-122"/>
                <a:ea typeface="字魂138号-霸燃手书" panose="00000500000000000000" pitchFamily="2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5416373" y="3184389"/>
              <a:ext cx="2002420" cy="0"/>
            </a:xfrm>
            <a:prstGeom prst="line">
              <a:avLst/>
            </a:prstGeom>
            <a:ln>
              <a:solidFill>
                <a:srgbClr val="3559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/>
          <p:cNvSpPr/>
          <p:nvPr/>
        </p:nvSpPr>
        <p:spPr>
          <a:xfrm>
            <a:off x="214516" y="5206432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</a:pPr>
            <a:r>
              <a:rPr lang="zh-CN" altLang="en-US" sz="2000" b="1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</a:rPr>
              <a:t>浏览器下载安装与快捷键</a:t>
            </a:r>
            <a:endParaRPr lang="zh-CN" altLang="zh-CN" sz="2000" b="1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70071" y="519775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</a:pPr>
            <a:r>
              <a:rPr lang="zh-CN" altLang="en-US" sz="2000" b="1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</a:rPr>
              <a:t>插件安装与推荐</a:t>
            </a:r>
            <a:endParaRPr lang="zh-CN" altLang="zh-CN" sz="2000" b="1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701622" y="5166328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</a:pPr>
            <a:r>
              <a:rPr lang="zh-CN" altLang="en-US" sz="2000" b="1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</a:rPr>
              <a:t>脚本安装与推荐</a:t>
            </a:r>
            <a:endParaRPr lang="zh-CN" altLang="zh-CN" sz="2000" b="1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144774" y="5197453"/>
            <a:ext cx="1236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</a:pPr>
            <a:r>
              <a:rPr lang="zh-CN" altLang="en-US" sz="2000" b="1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</a:rPr>
              <a:t>书签管理</a:t>
            </a:r>
            <a:endParaRPr lang="zh-CN" altLang="zh-CN" sz="2000" b="1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404289" y="4190923"/>
            <a:ext cx="626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rgbClr val="35597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壹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901542" y="4220862"/>
            <a:ext cx="612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35597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贰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6238502" y="4202497"/>
            <a:ext cx="632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rgbClr val="35597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叁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8519143" y="4220862"/>
            <a:ext cx="1250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35597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肆</a:t>
            </a:r>
          </a:p>
        </p:txBody>
      </p:sp>
      <p:sp>
        <p:nvSpPr>
          <p:cNvPr id="36" name="椭圆 35"/>
          <p:cNvSpPr/>
          <p:nvPr/>
        </p:nvSpPr>
        <p:spPr>
          <a:xfrm>
            <a:off x="1319409" y="4174565"/>
            <a:ext cx="817943" cy="8179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3816663" y="4181354"/>
            <a:ext cx="817943" cy="8179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6142049" y="4174564"/>
            <a:ext cx="817943" cy="8179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8413001" y="4135057"/>
            <a:ext cx="817943" cy="8179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C4C9DDA-EE60-4CD4-8D3A-36368D7E807F}"/>
              </a:ext>
            </a:extLst>
          </p:cNvPr>
          <p:cNvSpPr/>
          <p:nvPr/>
        </p:nvSpPr>
        <p:spPr>
          <a:xfrm>
            <a:off x="9747946" y="512993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</a:pPr>
            <a:r>
              <a:rPr lang="zh-CN" altLang="en-US" sz="2000" b="1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</a:rPr>
              <a:t>开发者工具使用</a:t>
            </a:r>
            <a:endParaRPr lang="zh-CN" altLang="zh-CN" sz="2000" b="1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B6952AF-2ADA-4D7F-B9FD-914033878F10}"/>
              </a:ext>
            </a:extLst>
          </p:cNvPr>
          <p:cNvSpPr txBox="1"/>
          <p:nvPr/>
        </p:nvSpPr>
        <p:spPr>
          <a:xfrm>
            <a:off x="10285222" y="4260368"/>
            <a:ext cx="1250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355977"/>
                </a:solidFill>
                <a:ea typeface="字魂95号-手刻宋" panose="00000500000000000000" pitchFamily="2" charset="-122"/>
              </a:rPr>
              <a:t>伍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FFDA47FC-1353-401B-8D97-D1DA7FCD6853}"/>
              </a:ext>
            </a:extLst>
          </p:cNvPr>
          <p:cNvSpPr/>
          <p:nvPr/>
        </p:nvSpPr>
        <p:spPr>
          <a:xfrm>
            <a:off x="10189289" y="4174563"/>
            <a:ext cx="817943" cy="8179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076539"/>
      </p:ext>
    </p:extLst>
  </p:cSld>
  <p:clrMapOvr>
    <a:masterClrMapping/>
  </p:clrMapOvr>
  <p:transition spd="slow">
    <p:push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87" t="25524" r="11995" b="19343"/>
          <a:stretch/>
        </p:blipFill>
        <p:spPr>
          <a:xfrm flipH="1">
            <a:off x="651059" y="796547"/>
            <a:ext cx="5113807" cy="5004071"/>
          </a:xfrm>
          <a:custGeom>
            <a:avLst/>
            <a:gdLst>
              <a:gd name="connsiteX0" fmla="*/ 2204720 w 5273040"/>
              <a:gd name="connsiteY0" fmla="*/ 0 h 4409440"/>
              <a:gd name="connsiteX1" fmla="*/ 5273040 w 5273040"/>
              <a:gd name="connsiteY1" fmla="*/ 0 h 4409440"/>
              <a:gd name="connsiteX2" fmla="*/ 5273040 w 5273040"/>
              <a:gd name="connsiteY2" fmla="*/ 4409440 h 4409440"/>
              <a:gd name="connsiteX3" fmla="*/ 2204720 w 5273040"/>
              <a:gd name="connsiteY3" fmla="*/ 4409440 h 4409440"/>
              <a:gd name="connsiteX4" fmla="*/ 0 w 5273040"/>
              <a:gd name="connsiteY4" fmla="*/ 2204720 h 4409440"/>
              <a:gd name="connsiteX5" fmla="*/ 2204720 w 5273040"/>
              <a:gd name="connsiteY5" fmla="*/ 0 h 440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040" h="4409440">
                <a:moveTo>
                  <a:pt x="2204720" y="0"/>
                </a:moveTo>
                <a:lnTo>
                  <a:pt x="5273040" y="0"/>
                </a:lnTo>
                <a:lnTo>
                  <a:pt x="5273040" y="4409440"/>
                </a:lnTo>
                <a:lnTo>
                  <a:pt x="2204720" y="4409440"/>
                </a:lnTo>
                <a:cubicBezTo>
                  <a:pt x="987087" y="4409440"/>
                  <a:pt x="0" y="3422353"/>
                  <a:pt x="0" y="2204720"/>
                </a:cubicBezTo>
                <a:cubicBezTo>
                  <a:pt x="0" y="987087"/>
                  <a:pt x="987087" y="0"/>
                  <a:pt x="2204720" y="0"/>
                </a:cubicBezTo>
                <a:close/>
              </a:path>
            </a:pathLst>
          </a:custGeom>
        </p:spPr>
      </p:pic>
      <p:sp>
        <p:nvSpPr>
          <p:cNvPr id="172" name="文本框 171">
            <a:extLst>
              <a:ext uri="{FF2B5EF4-FFF2-40B4-BE49-F238E27FC236}">
                <a16:creationId xmlns:a16="http://schemas.microsoft.com/office/drawing/2014/main" id="{C8303B90-9D36-4A16-AE7C-E93C81B27024}"/>
              </a:ext>
            </a:extLst>
          </p:cNvPr>
          <p:cNvSpPr txBox="1"/>
          <p:nvPr/>
        </p:nvSpPr>
        <p:spPr>
          <a:xfrm>
            <a:off x="5917823" y="2598287"/>
            <a:ext cx="5921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i="1" dirty="0">
                <a:solidFill>
                  <a:srgbClr val="355977"/>
                </a:solidFill>
                <a:latin typeface="字魂22号-文宋体" panose="00000500000000000000" pitchFamily="2" charset="-122"/>
                <a:ea typeface="字魂22号-文宋体" panose="00000500000000000000" pitchFamily="2" charset="-122"/>
              </a:rPr>
              <a:t>浏览器下载安装与快捷键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15042" y="2702954"/>
            <a:ext cx="122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35597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壹</a:t>
            </a:r>
          </a:p>
        </p:txBody>
      </p:sp>
      <p:sp>
        <p:nvSpPr>
          <p:cNvPr id="9" name="椭圆 8"/>
          <p:cNvSpPr/>
          <p:nvPr/>
        </p:nvSpPr>
        <p:spPr>
          <a:xfrm>
            <a:off x="3698669" y="2523282"/>
            <a:ext cx="1596342" cy="15963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427916"/>
      </p:ext>
    </p:extLst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00"/>
          <a:stretch/>
        </p:blipFill>
        <p:spPr>
          <a:xfrm>
            <a:off x="0" y="0"/>
            <a:ext cx="12192000" cy="6888480"/>
          </a:xfrm>
          <a:prstGeom prst="rect">
            <a:avLst/>
          </a:prstGeom>
        </p:spPr>
      </p:pic>
      <p:sp>
        <p:nvSpPr>
          <p:cNvPr id="11" name="任意多边形 10"/>
          <p:cNvSpPr/>
          <p:nvPr/>
        </p:nvSpPr>
        <p:spPr>
          <a:xfrm>
            <a:off x="0" y="142240"/>
            <a:ext cx="12192000" cy="6715761"/>
          </a:xfrm>
          <a:custGeom>
            <a:avLst/>
            <a:gdLst>
              <a:gd name="connsiteX0" fmla="*/ 5003800 w 12192000"/>
              <a:gd name="connsiteY0" fmla="*/ 0 h 6715761"/>
              <a:gd name="connsiteX1" fmla="*/ 12192000 w 12192000"/>
              <a:gd name="connsiteY1" fmla="*/ 3857668 h 6715761"/>
              <a:gd name="connsiteX2" fmla="*/ 10086625 w 12192000"/>
              <a:gd name="connsiteY2" fmla="*/ 6585451 h 6715761"/>
              <a:gd name="connsiteX3" fmla="*/ 9819463 w 12192000"/>
              <a:gd name="connsiteY3" fmla="*/ 6715761 h 6715761"/>
              <a:gd name="connsiteX4" fmla="*/ 188137 w 12192000"/>
              <a:gd name="connsiteY4" fmla="*/ 6715761 h 6715761"/>
              <a:gd name="connsiteX5" fmla="*/ 0 w 12192000"/>
              <a:gd name="connsiteY5" fmla="*/ 6623996 h 6715761"/>
              <a:gd name="connsiteX6" fmla="*/ 0 w 12192000"/>
              <a:gd name="connsiteY6" fmla="*/ 1091340 h 6715761"/>
              <a:gd name="connsiteX7" fmla="*/ 431438 w 12192000"/>
              <a:gd name="connsiteY7" fmla="*/ 880904 h 6715761"/>
              <a:gd name="connsiteX8" fmla="*/ 5003800 w 12192000"/>
              <a:gd name="connsiteY8" fmla="*/ 0 h 6715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715761">
                <a:moveTo>
                  <a:pt x="5003800" y="0"/>
                </a:moveTo>
                <a:cubicBezTo>
                  <a:pt x="8973733" y="0"/>
                  <a:pt x="12192000" y="1727137"/>
                  <a:pt x="12192000" y="3857668"/>
                </a:cubicBezTo>
                <a:cubicBezTo>
                  <a:pt x="12192000" y="4922934"/>
                  <a:pt x="11387433" y="5887351"/>
                  <a:pt x="10086625" y="6585451"/>
                </a:cubicBezTo>
                <a:lnTo>
                  <a:pt x="9819463" y="6715761"/>
                </a:lnTo>
                <a:lnTo>
                  <a:pt x="188137" y="6715761"/>
                </a:lnTo>
                <a:lnTo>
                  <a:pt x="0" y="6623996"/>
                </a:lnTo>
                <a:lnTo>
                  <a:pt x="0" y="1091340"/>
                </a:lnTo>
                <a:lnTo>
                  <a:pt x="431438" y="880904"/>
                </a:lnTo>
                <a:cubicBezTo>
                  <a:pt x="1673982" y="330585"/>
                  <a:pt x="3266955" y="0"/>
                  <a:pt x="50038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4536642" y="582675"/>
            <a:ext cx="3896158" cy="944074"/>
            <a:chOff x="4211723" y="628395"/>
            <a:chExt cx="3896158" cy="94407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723" y="628395"/>
              <a:ext cx="3194917" cy="94407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8303B90-9D36-4A16-AE7C-E93C81B27024}"/>
                </a:ext>
              </a:extLst>
            </p:cNvPr>
            <p:cNvSpPr txBox="1"/>
            <p:nvPr/>
          </p:nvSpPr>
          <p:spPr>
            <a:xfrm>
              <a:off x="4389321" y="693287"/>
              <a:ext cx="37185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i="1" dirty="0">
                  <a:solidFill>
                    <a:srgbClr val="355977"/>
                  </a:solidFill>
                  <a:latin typeface="字魂22号-文宋体" panose="00000500000000000000" pitchFamily="2" charset="-122"/>
                  <a:ea typeface="字魂22号-文宋体" panose="00000500000000000000" pitchFamily="2" charset="-122"/>
                </a:rPr>
                <a:t>下载与设置</a:t>
              </a:r>
            </a:p>
          </p:txBody>
        </p:sp>
      </p:grpSp>
      <p:sp>
        <p:nvSpPr>
          <p:cNvPr id="12" name="矩形 11"/>
          <p:cNvSpPr/>
          <p:nvPr/>
        </p:nvSpPr>
        <p:spPr>
          <a:xfrm>
            <a:off x="2434984" y="2488805"/>
            <a:ext cx="8497176" cy="2153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20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下载：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  <a:hlinkClick r:id="rId4"/>
              </a:rPr>
              <a:t>https://www.google.cn/chrome/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（注意尽量不要装到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c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盘）</a:t>
            </a:r>
            <a:endParaRPr lang="en-US" altLang="zh-CN" sz="1600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20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设置：</a:t>
            </a:r>
            <a:endParaRPr lang="en-US" altLang="zh-CN" sz="1600" dirty="0">
              <a:solidFill>
                <a:srgbClr val="355977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 indent="360000">
              <a:lnSpc>
                <a:spcPct val="150000"/>
              </a:lnSpc>
              <a:buClr>
                <a:srgbClr val="355977"/>
              </a:buClr>
            </a:pPr>
            <a:r>
              <a:rPr lang="en-US" altLang="zh-CN" sz="1600" dirty="0">
                <a:solidFill>
                  <a:srgbClr val="355977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1)</a:t>
            </a:r>
            <a:r>
              <a:rPr lang="zh-CN" altLang="en-US" sz="1600" dirty="0">
                <a:solidFill>
                  <a:srgbClr val="355977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搜索引擎</a:t>
            </a:r>
            <a:endParaRPr lang="en-US" altLang="zh-CN" sz="1600" dirty="0">
              <a:solidFill>
                <a:srgbClr val="355977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 indent="360000">
              <a:lnSpc>
                <a:spcPct val="150000"/>
              </a:lnSpc>
              <a:buClr>
                <a:srgbClr val="355977"/>
              </a:buClr>
            </a:pPr>
            <a:r>
              <a:rPr lang="en-US" altLang="zh-CN" sz="1600" dirty="0">
                <a:solidFill>
                  <a:srgbClr val="355977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2)</a:t>
            </a:r>
            <a:r>
              <a:rPr lang="zh-CN" altLang="en-US" sz="1600" dirty="0">
                <a:solidFill>
                  <a:srgbClr val="355977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语言</a:t>
            </a:r>
            <a:endParaRPr lang="en-US" altLang="zh-CN" sz="1600" dirty="0">
              <a:solidFill>
                <a:srgbClr val="355977"/>
              </a:solidFill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 indent="360000">
              <a:lnSpc>
                <a:spcPct val="150000"/>
              </a:lnSpc>
              <a:buClr>
                <a:srgbClr val="355977"/>
              </a:buClr>
            </a:pPr>
            <a:r>
              <a:rPr lang="en-US" altLang="zh-CN" sz="1600" dirty="0">
                <a:solidFill>
                  <a:srgbClr val="355977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3)</a:t>
            </a:r>
            <a:r>
              <a:rPr lang="zh-CN" altLang="en-US" sz="1600" dirty="0">
                <a:solidFill>
                  <a:srgbClr val="355977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默认浏览器</a:t>
            </a:r>
            <a:endParaRPr lang="en-US" altLang="zh-CN" sz="1600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586729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00"/>
          <a:stretch/>
        </p:blipFill>
        <p:spPr>
          <a:xfrm>
            <a:off x="0" y="0"/>
            <a:ext cx="12192000" cy="6888480"/>
          </a:xfrm>
          <a:prstGeom prst="rect">
            <a:avLst/>
          </a:prstGeom>
        </p:spPr>
      </p:pic>
      <p:sp>
        <p:nvSpPr>
          <p:cNvPr id="11" name="任意多边形 10"/>
          <p:cNvSpPr/>
          <p:nvPr/>
        </p:nvSpPr>
        <p:spPr>
          <a:xfrm>
            <a:off x="38100" y="172719"/>
            <a:ext cx="12192000" cy="6715761"/>
          </a:xfrm>
          <a:custGeom>
            <a:avLst/>
            <a:gdLst>
              <a:gd name="connsiteX0" fmla="*/ 5003800 w 12192000"/>
              <a:gd name="connsiteY0" fmla="*/ 0 h 6715761"/>
              <a:gd name="connsiteX1" fmla="*/ 12192000 w 12192000"/>
              <a:gd name="connsiteY1" fmla="*/ 3857668 h 6715761"/>
              <a:gd name="connsiteX2" fmla="*/ 10086625 w 12192000"/>
              <a:gd name="connsiteY2" fmla="*/ 6585451 h 6715761"/>
              <a:gd name="connsiteX3" fmla="*/ 9819463 w 12192000"/>
              <a:gd name="connsiteY3" fmla="*/ 6715761 h 6715761"/>
              <a:gd name="connsiteX4" fmla="*/ 188137 w 12192000"/>
              <a:gd name="connsiteY4" fmla="*/ 6715761 h 6715761"/>
              <a:gd name="connsiteX5" fmla="*/ 0 w 12192000"/>
              <a:gd name="connsiteY5" fmla="*/ 6623996 h 6715761"/>
              <a:gd name="connsiteX6" fmla="*/ 0 w 12192000"/>
              <a:gd name="connsiteY6" fmla="*/ 1091340 h 6715761"/>
              <a:gd name="connsiteX7" fmla="*/ 431438 w 12192000"/>
              <a:gd name="connsiteY7" fmla="*/ 880904 h 6715761"/>
              <a:gd name="connsiteX8" fmla="*/ 5003800 w 12192000"/>
              <a:gd name="connsiteY8" fmla="*/ 0 h 6715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715761">
                <a:moveTo>
                  <a:pt x="5003800" y="0"/>
                </a:moveTo>
                <a:cubicBezTo>
                  <a:pt x="8973733" y="0"/>
                  <a:pt x="12192000" y="1727137"/>
                  <a:pt x="12192000" y="3857668"/>
                </a:cubicBezTo>
                <a:cubicBezTo>
                  <a:pt x="12192000" y="4922934"/>
                  <a:pt x="11387433" y="5887351"/>
                  <a:pt x="10086625" y="6585451"/>
                </a:cubicBezTo>
                <a:lnTo>
                  <a:pt x="9819463" y="6715761"/>
                </a:lnTo>
                <a:lnTo>
                  <a:pt x="188137" y="6715761"/>
                </a:lnTo>
                <a:lnTo>
                  <a:pt x="0" y="6623996"/>
                </a:lnTo>
                <a:lnTo>
                  <a:pt x="0" y="1091340"/>
                </a:lnTo>
                <a:lnTo>
                  <a:pt x="431438" y="880904"/>
                </a:lnTo>
                <a:cubicBezTo>
                  <a:pt x="1673982" y="330585"/>
                  <a:pt x="3266955" y="0"/>
                  <a:pt x="50038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4536642" y="582675"/>
            <a:ext cx="3896158" cy="944074"/>
            <a:chOff x="4211723" y="628395"/>
            <a:chExt cx="3896158" cy="94407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723" y="628395"/>
              <a:ext cx="3194917" cy="94407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8303B90-9D36-4A16-AE7C-E93C81B27024}"/>
                </a:ext>
              </a:extLst>
            </p:cNvPr>
            <p:cNvSpPr txBox="1"/>
            <p:nvPr/>
          </p:nvSpPr>
          <p:spPr>
            <a:xfrm>
              <a:off x="4389321" y="693287"/>
              <a:ext cx="37185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i="1" dirty="0">
                  <a:solidFill>
                    <a:srgbClr val="355977"/>
                  </a:solidFill>
                  <a:latin typeface="字魂22号-文宋体" panose="00000500000000000000" pitchFamily="2" charset="-122"/>
                  <a:ea typeface="字魂22号-文宋体" panose="00000500000000000000" pitchFamily="2" charset="-122"/>
                </a:rPr>
                <a:t>快捷键</a:t>
              </a:r>
            </a:p>
          </p:txBody>
        </p:sp>
      </p:grpSp>
      <p:sp>
        <p:nvSpPr>
          <p:cNvPr id="12" name="矩形 11"/>
          <p:cNvSpPr/>
          <p:nvPr/>
        </p:nvSpPr>
        <p:spPr>
          <a:xfrm>
            <a:off x="2434984" y="2488805"/>
            <a:ext cx="8497176" cy="367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Ctrl+w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关闭标签页</a:t>
            </a:r>
          </a:p>
          <a:p>
            <a:pPr marL="285750" indent="-285750">
              <a:spcBef>
                <a:spcPts val="18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Ctrl+e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使用默认搜索引擎搜索</a:t>
            </a:r>
          </a:p>
          <a:p>
            <a:pPr marL="285750" indent="-285750">
              <a:spcBef>
                <a:spcPts val="18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Ctrl+r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刷新</a:t>
            </a:r>
          </a:p>
          <a:p>
            <a:pPr marL="285750" indent="-285750">
              <a:spcBef>
                <a:spcPts val="18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Ctrl+t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新建标签页</a:t>
            </a:r>
          </a:p>
          <a:p>
            <a:pPr marL="285750" indent="-285750">
              <a:spcBef>
                <a:spcPts val="18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Ctrl+f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搜索页面内容</a:t>
            </a:r>
          </a:p>
          <a:p>
            <a:pPr marL="285750" indent="-285750">
              <a:spcBef>
                <a:spcPts val="18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Ctrl+h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历史记录</a:t>
            </a:r>
          </a:p>
          <a:p>
            <a:pPr marL="285750" indent="-285750">
              <a:spcBef>
                <a:spcPts val="18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Ctrl+j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下载管理器</a:t>
            </a:r>
          </a:p>
          <a:p>
            <a:pPr marL="285750" indent="-285750">
              <a:spcBef>
                <a:spcPts val="18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Ctrl+l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跳转地址栏</a:t>
            </a:r>
            <a:endParaRPr lang="en-US" altLang="zh-CN" sz="1600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228666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87" t="25524" r="11995" b="19343"/>
          <a:stretch/>
        </p:blipFill>
        <p:spPr>
          <a:xfrm flipH="1">
            <a:off x="651059" y="796547"/>
            <a:ext cx="5113807" cy="5004071"/>
          </a:xfrm>
          <a:custGeom>
            <a:avLst/>
            <a:gdLst>
              <a:gd name="connsiteX0" fmla="*/ 2204720 w 5273040"/>
              <a:gd name="connsiteY0" fmla="*/ 0 h 4409440"/>
              <a:gd name="connsiteX1" fmla="*/ 5273040 w 5273040"/>
              <a:gd name="connsiteY1" fmla="*/ 0 h 4409440"/>
              <a:gd name="connsiteX2" fmla="*/ 5273040 w 5273040"/>
              <a:gd name="connsiteY2" fmla="*/ 4409440 h 4409440"/>
              <a:gd name="connsiteX3" fmla="*/ 2204720 w 5273040"/>
              <a:gd name="connsiteY3" fmla="*/ 4409440 h 4409440"/>
              <a:gd name="connsiteX4" fmla="*/ 0 w 5273040"/>
              <a:gd name="connsiteY4" fmla="*/ 2204720 h 4409440"/>
              <a:gd name="connsiteX5" fmla="*/ 2204720 w 5273040"/>
              <a:gd name="connsiteY5" fmla="*/ 0 h 440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040" h="4409440">
                <a:moveTo>
                  <a:pt x="2204720" y="0"/>
                </a:moveTo>
                <a:lnTo>
                  <a:pt x="5273040" y="0"/>
                </a:lnTo>
                <a:lnTo>
                  <a:pt x="5273040" y="4409440"/>
                </a:lnTo>
                <a:lnTo>
                  <a:pt x="2204720" y="4409440"/>
                </a:lnTo>
                <a:cubicBezTo>
                  <a:pt x="987087" y="4409440"/>
                  <a:pt x="0" y="3422353"/>
                  <a:pt x="0" y="2204720"/>
                </a:cubicBezTo>
                <a:cubicBezTo>
                  <a:pt x="0" y="987087"/>
                  <a:pt x="987087" y="0"/>
                  <a:pt x="2204720" y="0"/>
                </a:cubicBezTo>
                <a:close/>
              </a:path>
            </a:pathLst>
          </a:custGeom>
        </p:spPr>
      </p:pic>
      <p:sp>
        <p:nvSpPr>
          <p:cNvPr id="172" name="文本框 171">
            <a:extLst>
              <a:ext uri="{FF2B5EF4-FFF2-40B4-BE49-F238E27FC236}">
                <a16:creationId xmlns:a16="http://schemas.microsoft.com/office/drawing/2014/main" id="{C8303B90-9D36-4A16-AE7C-E93C81B27024}"/>
              </a:ext>
            </a:extLst>
          </p:cNvPr>
          <p:cNvSpPr txBox="1"/>
          <p:nvPr/>
        </p:nvSpPr>
        <p:spPr>
          <a:xfrm>
            <a:off x="5917823" y="2598287"/>
            <a:ext cx="5921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i="1" dirty="0">
                <a:solidFill>
                  <a:srgbClr val="355977"/>
                </a:solidFill>
                <a:latin typeface="字魂22号-文宋体" panose="00000500000000000000" pitchFamily="2" charset="-122"/>
                <a:ea typeface="字魂22号-文宋体" panose="00000500000000000000" pitchFamily="2" charset="-122"/>
              </a:rPr>
              <a:t>插件安装与推荐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15042" y="2702954"/>
            <a:ext cx="122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35597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贰</a:t>
            </a:r>
          </a:p>
        </p:txBody>
      </p:sp>
      <p:sp>
        <p:nvSpPr>
          <p:cNvPr id="9" name="椭圆 8"/>
          <p:cNvSpPr/>
          <p:nvPr/>
        </p:nvSpPr>
        <p:spPr>
          <a:xfrm>
            <a:off x="3698669" y="2523282"/>
            <a:ext cx="1596342" cy="15963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446845"/>
      </p:ext>
    </p:extLst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68" b="17650"/>
          <a:stretch/>
        </p:blipFill>
        <p:spPr>
          <a:xfrm>
            <a:off x="1432560" y="4403310"/>
            <a:ext cx="9489440" cy="178413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000" cy="47447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536642" y="582675"/>
            <a:ext cx="3194917" cy="944074"/>
            <a:chOff x="4211723" y="628395"/>
            <a:chExt cx="3194917" cy="94407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723" y="628395"/>
              <a:ext cx="3194917" cy="944074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8303B90-9D36-4A16-AE7C-E93C81B27024}"/>
                </a:ext>
              </a:extLst>
            </p:cNvPr>
            <p:cNvSpPr txBox="1"/>
            <p:nvPr/>
          </p:nvSpPr>
          <p:spPr>
            <a:xfrm>
              <a:off x="4622423" y="693287"/>
              <a:ext cx="24336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i="1" dirty="0">
                  <a:solidFill>
                    <a:srgbClr val="355977"/>
                  </a:solidFill>
                  <a:latin typeface="字魂22号-文宋体" panose="00000500000000000000" pitchFamily="2" charset="-122"/>
                  <a:ea typeface="字魂22号-文宋体" panose="00000500000000000000" pitchFamily="2" charset="-122"/>
                </a:rPr>
                <a:t>下载网站</a:t>
              </a:r>
              <a:endParaRPr lang="zh-CN" altLang="en-US" sz="4000" b="1" i="1" dirty="0">
                <a:solidFill>
                  <a:srgbClr val="355977"/>
                </a:solidFill>
                <a:ea typeface="字魂22号-文宋体" panose="00000500000000000000" pitchFamily="2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2167473" y="2214933"/>
            <a:ext cx="7434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</a:pPr>
            <a:r>
              <a:rPr lang="en-US" altLang="zh-CN" sz="2000" b="1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</a:rPr>
              <a:t>crx4</a:t>
            </a:r>
            <a:endParaRPr lang="zh-CN" altLang="zh-CN" sz="2000" b="1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28088" y="2716976"/>
            <a:ext cx="362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www.crx4chrome.com</a:t>
            </a:r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5311055" y="2117945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</a:pPr>
            <a:r>
              <a:rPr lang="zh-CN" altLang="en-US" sz="2000" b="1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</a:rPr>
              <a:t>扩展迷</a:t>
            </a:r>
            <a:endParaRPr lang="zh-CN" altLang="zh-CN" sz="2000" b="1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241127" y="2716976"/>
            <a:ext cx="309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www.extfans.com</a:t>
            </a:r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9070420" y="2214933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</a:pPr>
            <a:r>
              <a:rPr lang="zh-CN" altLang="en-US" sz="2000" b="1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</a:rPr>
              <a:t>插件网</a:t>
            </a:r>
            <a:endParaRPr lang="zh-CN" altLang="zh-CN" sz="2000" b="1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195444" y="2716976"/>
            <a:ext cx="2704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www.lifeve.cn</a:t>
            </a:r>
            <a:r>
              <a:rPr lang="en-US" altLang="zh-CN" dirty="0"/>
              <a:t>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2568291"/>
      </p:ext>
    </p:extLst>
  </p:cSld>
  <p:clrMapOvr>
    <a:masterClrMapping/>
  </p:clrMapOvr>
  <p:transition spd="slow">
    <p:push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16"/>
          <a:stretch/>
        </p:blipFill>
        <p:spPr>
          <a:xfrm>
            <a:off x="0" y="0"/>
            <a:ext cx="12192000" cy="3343957"/>
          </a:xfrm>
          <a:custGeom>
            <a:avLst/>
            <a:gdLst>
              <a:gd name="connsiteX0" fmla="*/ 0 w 12192000"/>
              <a:gd name="connsiteY0" fmla="*/ 0 h 3343957"/>
              <a:gd name="connsiteX1" fmla="*/ 12192000 w 12192000"/>
              <a:gd name="connsiteY1" fmla="*/ 0 h 3343957"/>
              <a:gd name="connsiteX2" fmla="*/ 12192000 w 12192000"/>
              <a:gd name="connsiteY2" fmla="*/ 3343957 h 3343957"/>
              <a:gd name="connsiteX3" fmla="*/ 12086201 w 12192000"/>
              <a:gd name="connsiteY3" fmla="*/ 3266730 h 3343957"/>
              <a:gd name="connsiteX4" fmla="*/ 5885727 w 12192000"/>
              <a:gd name="connsiteY4" fmla="*/ 1653399 h 3343957"/>
              <a:gd name="connsiteX5" fmla="*/ 158159 w 12192000"/>
              <a:gd name="connsiteY5" fmla="*/ 2969268 h 3343957"/>
              <a:gd name="connsiteX6" fmla="*/ 0 w 12192000"/>
              <a:gd name="connsiteY6" fmla="*/ 3064043 h 3343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343957">
                <a:moveTo>
                  <a:pt x="0" y="0"/>
                </a:moveTo>
                <a:lnTo>
                  <a:pt x="12192000" y="0"/>
                </a:lnTo>
                <a:lnTo>
                  <a:pt x="12192000" y="3343957"/>
                </a:lnTo>
                <a:lnTo>
                  <a:pt x="12086201" y="3266730"/>
                </a:lnTo>
                <a:cubicBezTo>
                  <a:pt x="10675142" y="2287339"/>
                  <a:pt x="8423058" y="1653399"/>
                  <a:pt x="5885727" y="1653399"/>
                </a:cubicBezTo>
                <a:cubicBezTo>
                  <a:pt x="3615483" y="1653399"/>
                  <a:pt x="1573596" y="2160902"/>
                  <a:pt x="158159" y="2969268"/>
                </a:cubicBezTo>
                <a:lnTo>
                  <a:pt x="0" y="3064043"/>
                </a:lnTo>
                <a:close/>
              </a:path>
            </a:pathLst>
          </a:custGeom>
        </p:spPr>
      </p:pic>
      <p:grpSp>
        <p:nvGrpSpPr>
          <p:cNvPr id="4" name="组合 3"/>
          <p:cNvGrpSpPr/>
          <p:nvPr/>
        </p:nvGrpSpPr>
        <p:grpSpPr>
          <a:xfrm>
            <a:off x="4536642" y="582675"/>
            <a:ext cx="3194917" cy="944074"/>
            <a:chOff x="4211723" y="628395"/>
            <a:chExt cx="3194917" cy="94407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723" y="628395"/>
              <a:ext cx="3194917" cy="94407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8303B90-9D36-4A16-AE7C-E93C81B27024}"/>
                </a:ext>
              </a:extLst>
            </p:cNvPr>
            <p:cNvSpPr txBox="1"/>
            <p:nvPr/>
          </p:nvSpPr>
          <p:spPr>
            <a:xfrm>
              <a:off x="4622423" y="693287"/>
              <a:ext cx="24336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i="1" dirty="0">
                  <a:solidFill>
                    <a:srgbClr val="355977"/>
                  </a:solidFill>
                  <a:latin typeface="字魂22号-文宋体" panose="00000500000000000000" pitchFamily="2" charset="-122"/>
                  <a:ea typeface="字魂22号-文宋体" panose="00000500000000000000" pitchFamily="2" charset="-122"/>
                </a:rPr>
                <a:t>安装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414042" y="2756704"/>
            <a:ext cx="2523281" cy="2523281"/>
            <a:chOff x="4215114" y="2583084"/>
            <a:chExt cx="2523281" cy="2523281"/>
          </a:xfrm>
        </p:grpSpPr>
        <p:sp>
          <p:nvSpPr>
            <p:cNvPr id="11" name="椭圆 10"/>
            <p:cNvSpPr/>
            <p:nvPr/>
          </p:nvSpPr>
          <p:spPr>
            <a:xfrm>
              <a:off x="4215114" y="2583084"/>
              <a:ext cx="2523281" cy="2523281"/>
            </a:xfrm>
            <a:prstGeom prst="ellipse">
              <a:avLst/>
            </a:prstGeom>
            <a:gradFill>
              <a:gsLst>
                <a:gs pos="2000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  <a:alpha val="47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4357520" y="3170337"/>
              <a:ext cx="2329647" cy="1258641"/>
              <a:chOff x="7312364" y="882202"/>
              <a:chExt cx="2329647" cy="1258641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7312364" y="882202"/>
                <a:ext cx="232964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spcBef>
                    <a:spcPts val="600"/>
                  </a:spcBef>
                </a:pPr>
                <a:r>
                  <a:rPr lang="zh-CN" altLang="en-US" sz="2000" b="1" dirty="0">
                    <a:solidFill>
                      <a:srgbClr val="355977"/>
                    </a:solidFill>
                    <a:latin typeface="思源黑体 Regular" panose="020B0500000000000000" pitchFamily="34" charset="-122"/>
                    <a:ea typeface="思源黑体 Regular" panose="020B0500000000000000" pitchFamily="34" charset="-122"/>
                  </a:rPr>
                  <a:t>打开开发者模式</a:t>
                </a:r>
                <a:endParaRPr lang="zh-CN" altLang="zh-CN" sz="2000" b="1" dirty="0">
                  <a:solidFill>
                    <a:srgbClr val="355977"/>
                  </a:solidFill>
                  <a:latin typeface="思源黑体 Regular" panose="020B0500000000000000" pitchFamily="34" charset="-122"/>
                  <a:ea typeface="思源黑体 Regular" panose="020B0500000000000000" pitchFamily="34" charset="-122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7415808" y="1248291"/>
                <a:ext cx="2226203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点击右上角的三个点</a:t>
                </a:r>
                <a:endParaRPr lang="en-US" altLang="zh-CN" sz="1400" dirty="0">
                  <a:solidFill>
                    <a:srgbClr val="355977"/>
                  </a:solidFill>
                  <a:ea typeface="思源黑体 Regular" panose="020B0500000000000000" pitchFamily="34" charset="-122"/>
                  <a:sym typeface="+mn-ea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-&gt;</a:t>
                </a:r>
                <a:r>
                  <a:rPr lang="zh-CN" altLang="en-US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更多工具</a:t>
                </a:r>
                <a:r>
                  <a:rPr lang="en-US" altLang="zh-CN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-&gt;</a:t>
                </a:r>
                <a:r>
                  <a:rPr lang="zh-CN" altLang="en-US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扩展程序</a:t>
                </a:r>
                <a:endParaRPr lang="en-US" altLang="zh-CN" sz="1400" dirty="0">
                  <a:solidFill>
                    <a:srgbClr val="355977"/>
                  </a:solidFill>
                  <a:ea typeface="思源黑体 Regular" panose="020B0500000000000000" pitchFamily="34" charset="-122"/>
                  <a:sym typeface="+mn-ea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-&gt;</a:t>
                </a:r>
                <a:r>
                  <a:rPr lang="zh-CN" altLang="en-US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开启开发者模式</a:t>
                </a:r>
                <a:endParaRPr lang="zh-CN" altLang="en-US" sz="1400" dirty="0">
                  <a:solidFill>
                    <a:srgbClr val="355977"/>
                  </a:solidFill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4714755" y="2781782"/>
            <a:ext cx="2594037" cy="2523281"/>
            <a:chOff x="4215114" y="2583084"/>
            <a:chExt cx="2594037" cy="2523281"/>
          </a:xfrm>
        </p:grpSpPr>
        <p:sp>
          <p:nvSpPr>
            <p:cNvPr id="17" name="椭圆 16"/>
            <p:cNvSpPr/>
            <p:nvPr/>
          </p:nvSpPr>
          <p:spPr>
            <a:xfrm>
              <a:off x="4215114" y="2583084"/>
              <a:ext cx="2523281" cy="2523281"/>
            </a:xfrm>
            <a:prstGeom prst="ellipse">
              <a:avLst/>
            </a:prstGeom>
            <a:gradFill>
              <a:gsLst>
                <a:gs pos="2000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  <a:alpha val="47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4447701" y="2845337"/>
              <a:ext cx="2361450" cy="1981916"/>
              <a:chOff x="7402545" y="557202"/>
              <a:chExt cx="2361450" cy="1981916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8075550" y="557202"/>
                <a:ext cx="69762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>
                  <a:spcBef>
                    <a:spcPts val="600"/>
                  </a:spcBef>
                </a:pPr>
                <a:r>
                  <a:rPr lang="zh-CN" altLang="en-US" sz="2000" b="1" dirty="0">
                    <a:solidFill>
                      <a:srgbClr val="355977"/>
                    </a:solidFill>
                    <a:latin typeface="思源黑体 Regular" panose="020B0500000000000000" pitchFamily="34" charset="-122"/>
                    <a:ea typeface="思源黑体 Regular" panose="020B0500000000000000" pitchFamily="34" charset="-122"/>
                  </a:rPr>
                  <a:t>安装</a:t>
                </a:r>
                <a:endParaRPr lang="zh-CN" altLang="zh-CN" sz="2000" b="1" dirty="0">
                  <a:solidFill>
                    <a:srgbClr val="355977"/>
                  </a:solidFill>
                  <a:latin typeface="思源黑体 Regular" panose="020B0500000000000000" pitchFamily="34" charset="-122"/>
                  <a:ea typeface="思源黑体 Regular" panose="020B0500000000000000" pitchFamily="34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7402545" y="923291"/>
                <a:ext cx="2361450" cy="1615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安装有三中方式：</a:t>
                </a:r>
                <a:endParaRPr lang="en-US" altLang="zh-CN" sz="1400" dirty="0">
                  <a:solidFill>
                    <a:srgbClr val="355977"/>
                  </a:solidFill>
                  <a:ea typeface="思源黑体 Regular" panose="020B0500000000000000" pitchFamily="34" charset="-122"/>
                  <a:sym typeface="+mn-ea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  </a:t>
                </a:r>
                <a:r>
                  <a:rPr lang="en-US" altLang="zh-CN" sz="1400" dirty="0" err="1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1.Chrome</a:t>
                </a:r>
                <a:r>
                  <a:rPr lang="zh-CN" altLang="en-US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在线安装（不推荐）</a:t>
                </a:r>
                <a:endParaRPr lang="en-US" altLang="zh-CN" sz="1400" dirty="0">
                  <a:solidFill>
                    <a:srgbClr val="355977"/>
                  </a:solidFill>
                  <a:ea typeface="思源黑体 Regular" panose="020B0500000000000000" pitchFamily="34" charset="-122"/>
                  <a:sym typeface="+mn-ea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 2.</a:t>
                </a:r>
                <a:r>
                  <a:rPr lang="zh-CN" altLang="en-US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拖动安装（</a:t>
                </a:r>
                <a:r>
                  <a:rPr lang="en-US" altLang="zh-CN" sz="1400" dirty="0" err="1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Chrom67</a:t>
                </a:r>
                <a:r>
                  <a:rPr lang="zh-CN" altLang="en-US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版之前）</a:t>
                </a:r>
                <a:endParaRPr lang="en-US" altLang="zh-CN" sz="1400" dirty="0">
                  <a:solidFill>
                    <a:srgbClr val="355977"/>
                  </a:solidFill>
                  <a:ea typeface="思源黑体 Regular" panose="020B0500000000000000" pitchFamily="34" charset="-122"/>
                  <a:sym typeface="+mn-ea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 3.</a:t>
                </a:r>
                <a:r>
                  <a:rPr lang="zh-CN" altLang="en-US" sz="14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加载解压扩展程序</a:t>
                </a:r>
                <a:endParaRPr lang="en-US" altLang="zh-CN" sz="1400" dirty="0">
                  <a:solidFill>
                    <a:srgbClr val="355977"/>
                  </a:solidFill>
                  <a:ea typeface="思源黑体 Regular" panose="020B0500000000000000" pitchFamily="34" charset="-122"/>
                  <a:sym typeface="+mn-ea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8050194" y="2772137"/>
            <a:ext cx="2523281" cy="2523281"/>
            <a:chOff x="4215114" y="2583084"/>
            <a:chExt cx="2523281" cy="2523281"/>
          </a:xfrm>
        </p:grpSpPr>
        <p:sp>
          <p:nvSpPr>
            <p:cNvPr id="22" name="椭圆 21"/>
            <p:cNvSpPr/>
            <p:nvPr/>
          </p:nvSpPr>
          <p:spPr>
            <a:xfrm>
              <a:off x="4215114" y="2583084"/>
              <a:ext cx="2523281" cy="2523281"/>
            </a:xfrm>
            <a:prstGeom prst="ellipse">
              <a:avLst/>
            </a:prstGeom>
            <a:gradFill>
              <a:gsLst>
                <a:gs pos="2000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  <a:alpha val="47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4215114" y="3055037"/>
              <a:ext cx="2481915" cy="1474085"/>
              <a:chOff x="7169958" y="766902"/>
              <a:chExt cx="2481915" cy="1474085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7169958" y="766902"/>
                <a:ext cx="248191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spcBef>
                    <a:spcPts val="600"/>
                  </a:spcBef>
                </a:pPr>
                <a:r>
                  <a:rPr lang="zh-CN" altLang="en-US" sz="2000" dirty="0">
                    <a:solidFill>
                      <a:srgbClr val="355977"/>
                    </a:solidFill>
                    <a:ea typeface="思源黑体 Regular" panose="020B0500000000000000" pitchFamily="34" charset="-122"/>
                    <a:sym typeface="+mn-ea"/>
                  </a:rPr>
                  <a:t>加载解压扩展程序</a:t>
                </a:r>
                <a:endParaRPr lang="zh-CN" altLang="zh-CN" sz="2000" b="1" dirty="0">
                  <a:solidFill>
                    <a:srgbClr val="355977"/>
                  </a:solidFill>
                  <a:latin typeface="思源黑体 Regular" panose="020B0500000000000000" pitchFamily="34" charset="-122"/>
                  <a:ea typeface="思源黑体 Regular" panose="020B0500000000000000" pitchFamily="34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7340487" y="1132991"/>
                <a:ext cx="2311386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1400" dirty="0">
                    <a:solidFill>
                      <a:srgbClr val="355977"/>
                    </a:solidFill>
                  </a:rPr>
                  <a:t>1.</a:t>
                </a:r>
                <a:r>
                  <a:rPr lang="zh-CN" altLang="en-US" sz="1400" dirty="0">
                    <a:solidFill>
                      <a:srgbClr val="355977"/>
                    </a:solidFill>
                  </a:rPr>
                  <a:t>下载</a:t>
                </a:r>
                <a:r>
                  <a:rPr lang="en-US" altLang="zh-CN" sz="1400" dirty="0" err="1">
                    <a:solidFill>
                      <a:srgbClr val="355977"/>
                    </a:solidFill>
                  </a:rPr>
                  <a:t>crx</a:t>
                </a:r>
                <a:r>
                  <a:rPr lang="zh-CN" altLang="en-US" sz="1400" dirty="0">
                    <a:solidFill>
                      <a:srgbClr val="355977"/>
                    </a:solidFill>
                  </a:rPr>
                  <a:t>插件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>
                    <a:solidFill>
                      <a:srgbClr val="355977"/>
                    </a:solidFill>
                  </a:rPr>
                  <a:t>2.</a:t>
                </a:r>
                <a:r>
                  <a:rPr lang="zh-CN" altLang="en-US" sz="1400" dirty="0">
                    <a:solidFill>
                      <a:srgbClr val="355977"/>
                    </a:solidFill>
                  </a:rPr>
                  <a:t>修改后缀名为压缩文件，如</a:t>
                </a:r>
                <a:r>
                  <a:rPr lang="en-US" altLang="zh-CN" sz="1400" dirty="0">
                    <a:solidFill>
                      <a:srgbClr val="355977"/>
                    </a:solidFill>
                  </a:rPr>
                  <a:t>zip</a:t>
                </a:r>
                <a:r>
                  <a:rPr lang="zh-CN" altLang="en-US" sz="1400" dirty="0">
                    <a:solidFill>
                      <a:srgbClr val="355977"/>
                    </a:solidFill>
                  </a:rPr>
                  <a:t>等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>
                    <a:solidFill>
                      <a:srgbClr val="355977"/>
                    </a:solidFill>
                  </a:rPr>
                  <a:t>3.</a:t>
                </a:r>
                <a:r>
                  <a:rPr lang="zh-CN" altLang="en-US" sz="1400" dirty="0">
                    <a:solidFill>
                      <a:srgbClr val="355977"/>
                    </a:solidFill>
                  </a:rPr>
                  <a:t>加载已解压的扩展程序</a:t>
                </a:r>
              </a:p>
            </p:txBody>
          </p:sp>
        </p:grpSp>
      </p:grpSp>
      <p:sp>
        <p:nvSpPr>
          <p:cNvPr id="26" name="燕尾形 25"/>
          <p:cNvSpPr/>
          <p:nvPr/>
        </p:nvSpPr>
        <p:spPr>
          <a:xfrm>
            <a:off x="4143736" y="3761772"/>
            <a:ext cx="370390" cy="370390"/>
          </a:xfrm>
          <a:prstGeom prst="chevron">
            <a:avLst>
              <a:gd name="adj" fmla="val 65625"/>
            </a:avLst>
          </a:prstGeom>
          <a:solidFill>
            <a:srgbClr val="3559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燕尾形 26"/>
          <p:cNvSpPr/>
          <p:nvPr/>
        </p:nvSpPr>
        <p:spPr>
          <a:xfrm>
            <a:off x="7467598" y="3728977"/>
            <a:ext cx="370390" cy="370390"/>
          </a:xfrm>
          <a:prstGeom prst="chevron">
            <a:avLst>
              <a:gd name="adj" fmla="val 65625"/>
            </a:avLst>
          </a:prstGeom>
          <a:solidFill>
            <a:srgbClr val="3559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1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  <a:alpha val="47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536642" y="582675"/>
            <a:ext cx="3194917" cy="944074"/>
            <a:chOff x="4211723" y="628395"/>
            <a:chExt cx="3194917" cy="94407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723" y="628395"/>
              <a:ext cx="3194917" cy="94407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8303B90-9D36-4A16-AE7C-E93C81B27024}"/>
                </a:ext>
              </a:extLst>
            </p:cNvPr>
            <p:cNvSpPr txBox="1"/>
            <p:nvPr/>
          </p:nvSpPr>
          <p:spPr>
            <a:xfrm>
              <a:off x="4622423" y="693287"/>
              <a:ext cx="24336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i="1" dirty="0">
                  <a:solidFill>
                    <a:srgbClr val="355977"/>
                  </a:solidFill>
                  <a:latin typeface="字魂22号-文宋体" panose="00000500000000000000" pitchFamily="2" charset="-122"/>
                  <a:ea typeface="字魂22号-文宋体" panose="00000500000000000000" pitchFamily="2" charset="-122"/>
                </a:rPr>
                <a:t>插件推荐</a:t>
              </a: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68" r="57558" b="17650"/>
          <a:stretch/>
        </p:blipFill>
        <p:spPr>
          <a:xfrm>
            <a:off x="6331352" y="2644830"/>
            <a:ext cx="5860648" cy="259615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50194" y="2662426"/>
            <a:ext cx="4613998" cy="2650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Infinity  (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管理书签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下载管理器 （管理搜索引擎）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ADGUARD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（屏蔽广告）</a:t>
            </a:r>
            <a:endParaRPr lang="en-US" altLang="zh-CN" sz="1600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Fireshot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（捕获页面，可用于截图）</a:t>
            </a:r>
            <a:endParaRPr lang="en-US" altLang="zh-CN" sz="1600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allow copy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（用于不可复制的页面）</a:t>
            </a:r>
            <a:endParaRPr lang="en-US" altLang="zh-CN" sz="1600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印象笔记 （可用于截图，屏蔽广告）</a:t>
            </a:r>
            <a:endParaRPr lang="zh-CN" altLang="zh-CN" sz="1600" dirty="0">
              <a:solidFill>
                <a:srgbClr val="355977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50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87" t="25524" r="11995" b="19343"/>
          <a:stretch/>
        </p:blipFill>
        <p:spPr>
          <a:xfrm flipH="1">
            <a:off x="651059" y="796547"/>
            <a:ext cx="5113807" cy="5004071"/>
          </a:xfrm>
          <a:custGeom>
            <a:avLst/>
            <a:gdLst>
              <a:gd name="connsiteX0" fmla="*/ 2204720 w 5273040"/>
              <a:gd name="connsiteY0" fmla="*/ 0 h 4409440"/>
              <a:gd name="connsiteX1" fmla="*/ 5273040 w 5273040"/>
              <a:gd name="connsiteY1" fmla="*/ 0 h 4409440"/>
              <a:gd name="connsiteX2" fmla="*/ 5273040 w 5273040"/>
              <a:gd name="connsiteY2" fmla="*/ 4409440 h 4409440"/>
              <a:gd name="connsiteX3" fmla="*/ 2204720 w 5273040"/>
              <a:gd name="connsiteY3" fmla="*/ 4409440 h 4409440"/>
              <a:gd name="connsiteX4" fmla="*/ 0 w 5273040"/>
              <a:gd name="connsiteY4" fmla="*/ 2204720 h 4409440"/>
              <a:gd name="connsiteX5" fmla="*/ 2204720 w 5273040"/>
              <a:gd name="connsiteY5" fmla="*/ 0 h 440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040" h="4409440">
                <a:moveTo>
                  <a:pt x="2204720" y="0"/>
                </a:moveTo>
                <a:lnTo>
                  <a:pt x="5273040" y="0"/>
                </a:lnTo>
                <a:lnTo>
                  <a:pt x="5273040" y="4409440"/>
                </a:lnTo>
                <a:lnTo>
                  <a:pt x="2204720" y="4409440"/>
                </a:lnTo>
                <a:cubicBezTo>
                  <a:pt x="987087" y="4409440"/>
                  <a:pt x="0" y="3422353"/>
                  <a:pt x="0" y="2204720"/>
                </a:cubicBezTo>
                <a:cubicBezTo>
                  <a:pt x="0" y="987087"/>
                  <a:pt x="987087" y="0"/>
                  <a:pt x="2204720" y="0"/>
                </a:cubicBezTo>
                <a:close/>
              </a:path>
            </a:pathLst>
          </a:custGeom>
        </p:spPr>
      </p:pic>
      <p:sp>
        <p:nvSpPr>
          <p:cNvPr id="172" name="文本框 171">
            <a:extLst>
              <a:ext uri="{FF2B5EF4-FFF2-40B4-BE49-F238E27FC236}">
                <a16:creationId xmlns:a16="http://schemas.microsoft.com/office/drawing/2014/main" id="{C8303B90-9D36-4A16-AE7C-E93C81B27024}"/>
              </a:ext>
            </a:extLst>
          </p:cNvPr>
          <p:cNvSpPr txBox="1"/>
          <p:nvPr/>
        </p:nvSpPr>
        <p:spPr>
          <a:xfrm>
            <a:off x="5917823" y="2598287"/>
            <a:ext cx="5921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</a:pPr>
            <a:r>
              <a:rPr lang="zh-CN" altLang="en-US" sz="4000" b="1" i="1" dirty="0">
                <a:solidFill>
                  <a:srgbClr val="355977"/>
                </a:solidFill>
                <a:ea typeface="字魂22号-文宋体" panose="00000500000000000000" pitchFamily="2" charset="-122"/>
              </a:rPr>
              <a:t>脚本安装与推荐</a:t>
            </a:r>
            <a:endParaRPr lang="zh-CN" altLang="zh-CN" sz="4000" b="1" i="1" dirty="0">
              <a:solidFill>
                <a:srgbClr val="355977"/>
              </a:solidFill>
              <a:ea typeface="字魂22号-文宋体" panose="000005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15042" y="2702954"/>
            <a:ext cx="122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35597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叁</a:t>
            </a:r>
          </a:p>
        </p:txBody>
      </p:sp>
      <p:sp>
        <p:nvSpPr>
          <p:cNvPr id="9" name="椭圆 8"/>
          <p:cNvSpPr/>
          <p:nvPr/>
        </p:nvSpPr>
        <p:spPr>
          <a:xfrm>
            <a:off x="3698669" y="2523282"/>
            <a:ext cx="1596342" cy="15963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857972"/>
      </p:ext>
    </p:extLst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00"/>
          <a:stretch/>
        </p:blipFill>
        <p:spPr>
          <a:xfrm>
            <a:off x="0" y="2129741"/>
            <a:ext cx="6599276" cy="3728591"/>
          </a:xfrm>
          <a:prstGeom prst="homePlate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4536642" y="582675"/>
            <a:ext cx="3194917" cy="944074"/>
            <a:chOff x="4211723" y="628395"/>
            <a:chExt cx="3194917" cy="94407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723" y="628395"/>
              <a:ext cx="3194917" cy="94407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8303B90-9D36-4A16-AE7C-E93C81B27024}"/>
                </a:ext>
              </a:extLst>
            </p:cNvPr>
            <p:cNvSpPr txBox="1"/>
            <p:nvPr/>
          </p:nvSpPr>
          <p:spPr>
            <a:xfrm>
              <a:off x="4344735" y="693287"/>
              <a:ext cx="30619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i="1" dirty="0">
                  <a:solidFill>
                    <a:srgbClr val="355977"/>
                  </a:solidFill>
                  <a:latin typeface="字魂22号-文宋体" panose="00000500000000000000" pitchFamily="2" charset="-122"/>
                  <a:ea typeface="字魂22号-文宋体" panose="00000500000000000000" pitchFamily="2" charset="-122"/>
                </a:rPr>
                <a:t>安装与推荐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6543996" y="2025817"/>
            <a:ext cx="5360959" cy="3456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20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脚本安装网站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： </a:t>
            </a: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greasyfork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（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https://</a:t>
            </a: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greasyfork.org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/</a:t>
            </a: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zh</a:t>
            </a:r>
            <a:r>
              <a:rPr lang="en-US" altLang="zh-CN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-CN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）</a:t>
            </a:r>
            <a:endParaRPr lang="en-US" altLang="zh-CN" sz="1600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20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脚本推荐</a:t>
            </a:r>
            <a:r>
              <a:rPr lang="zh-CN" altLang="en-US" sz="1600" b="1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Wingdings" panose="05000000000000000000" pitchFamily="2" charset="2"/>
              </a:rPr>
              <a:t>：</a:t>
            </a:r>
            <a:endParaRPr lang="en-US" altLang="zh-CN" sz="1600" b="1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355977"/>
              </a:buClr>
            </a:pPr>
            <a:r>
              <a:rPr lang="en-US" altLang="zh-CN" sz="1600" b="1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Wingdings" panose="05000000000000000000" pitchFamily="2" charset="2"/>
              </a:rPr>
              <a:t>   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Wingdings" panose="05000000000000000000" pitchFamily="2" charset="2"/>
              </a:rPr>
              <a:t>（安装脚本之前需先安装</a:t>
            </a:r>
            <a:r>
              <a:rPr lang="en-US" altLang="zh-CN" sz="1600" dirty="0" err="1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Wingdings" panose="05000000000000000000" pitchFamily="2" charset="2"/>
              </a:rPr>
              <a:t>Tampermonkey</a:t>
            </a:r>
            <a:r>
              <a:rPr lang="zh-CN" altLang="en-US" sz="16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Wingdings" panose="05000000000000000000" pitchFamily="2" charset="2"/>
              </a:rPr>
              <a:t>扩展器）</a:t>
            </a:r>
            <a:endParaRPr lang="en-US" altLang="zh-CN" sz="1600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  <a:p>
            <a:pPr indent="360000">
              <a:spcBef>
                <a:spcPts val="600"/>
              </a:spcBef>
              <a:buClr>
                <a:srgbClr val="355977"/>
              </a:buClr>
            </a:pPr>
            <a:r>
              <a:rPr lang="en-US" altLang="zh-CN" sz="16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1</a:t>
            </a:r>
            <a:r>
              <a:rPr lang="zh-CN" altLang="en-US" sz="16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） </a:t>
            </a:r>
            <a:r>
              <a:rPr lang="en-US" altLang="zh-CN" sz="1600" dirty="0" err="1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vip</a:t>
            </a:r>
            <a:r>
              <a:rPr lang="zh-CN" altLang="en-US" sz="16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视频解析</a:t>
            </a:r>
          </a:p>
          <a:p>
            <a:pPr indent="360000">
              <a:spcBef>
                <a:spcPts val="600"/>
              </a:spcBef>
              <a:buClr>
                <a:srgbClr val="355977"/>
              </a:buClr>
            </a:pPr>
            <a:r>
              <a:rPr lang="en-US" altLang="zh-CN" sz="16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2</a:t>
            </a:r>
            <a:r>
              <a:rPr lang="zh-CN" altLang="en-US" sz="16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）百度网盘高速下载</a:t>
            </a:r>
          </a:p>
          <a:p>
            <a:pPr indent="360000">
              <a:spcBef>
                <a:spcPts val="600"/>
              </a:spcBef>
              <a:buClr>
                <a:srgbClr val="355977"/>
              </a:buClr>
            </a:pPr>
            <a:r>
              <a:rPr lang="en-US" altLang="zh-CN" sz="16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3</a:t>
            </a:r>
            <a:r>
              <a:rPr lang="zh-CN" altLang="en-US" sz="16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）豆瓣资源观看下载</a:t>
            </a:r>
            <a:endParaRPr lang="zh-CN" altLang="zh-CN" sz="1600" dirty="0">
              <a:solidFill>
                <a:srgbClr val="355977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355977"/>
              </a:buClr>
              <a:buFont typeface="Wingdings" panose="05000000000000000000" pitchFamily="2" charset="2"/>
              <a:buChar char="l"/>
            </a:pPr>
            <a:endParaRPr lang="zh-CN" altLang="zh-CN" sz="1600" dirty="0">
              <a:solidFill>
                <a:srgbClr val="355977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2207608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87" t="25524" r="11995" b="19343"/>
          <a:stretch/>
        </p:blipFill>
        <p:spPr>
          <a:xfrm flipH="1">
            <a:off x="651059" y="796547"/>
            <a:ext cx="5113807" cy="5004071"/>
          </a:xfrm>
          <a:custGeom>
            <a:avLst/>
            <a:gdLst>
              <a:gd name="connsiteX0" fmla="*/ 2204720 w 5273040"/>
              <a:gd name="connsiteY0" fmla="*/ 0 h 4409440"/>
              <a:gd name="connsiteX1" fmla="*/ 5273040 w 5273040"/>
              <a:gd name="connsiteY1" fmla="*/ 0 h 4409440"/>
              <a:gd name="connsiteX2" fmla="*/ 5273040 w 5273040"/>
              <a:gd name="connsiteY2" fmla="*/ 4409440 h 4409440"/>
              <a:gd name="connsiteX3" fmla="*/ 2204720 w 5273040"/>
              <a:gd name="connsiteY3" fmla="*/ 4409440 h 4409440"/>
              <a:gd name="connsiteX4" fmla="*/ 0 w 5273040"/>
              <a:gd name="connsiteY4" fmla="*/ 2204720 h 4409440"/>
              <a:gd name="connsiteX5" fmla="*/ 2204720 w 5273040"/>
              <a:gd name="connsiteY5" fmla="*/ 0 h 440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040" h="4409440">
                <a:moveTo>
                  <a:pt x="2204720" y="0"/>
                </a:moveTo>
                <a:lnTo>
                  <a:pt x="5273040" y="0"/>
                </a:lnTo>
                <a:lnTo>
                  <a:pt x="5273040" y="4409440"/>
                </a:lnTo>
                <a:lnTo>
                  <a:pt x="2204720" y="4409440"/>
                </a:lnTo>
                <a:cubicBezTo>
                  <a:pt x="987087" y="4409440"/>
                  <a:pt x="0" y="3422353"/>
                  <a:pt x="0" y="2204720"/>
                </a:cubicBezTo>
                <a:cubicBezTo>
                  <a:pt x="0" y="987087"/>
                  <a:pt x="987087" y="0"/>
                  <a:pt x="2204720" y="0"/>
                </a:cubicBezTo>
                <a:close/>
              </a:path>
            </a:pathLst>
          </a:custGeom>
        </p:spPr>
      </p:pic>
      <p:sp>
        <p:nvSpPr>
          <p:cNvPr id="172" name="文本框 171">
            <a:extLst>
              <a:ext uri="{FF2B5EF4-FFF2-40B4-BE49-F238E27FC236}">
                <a16:creationId xmlns:a16="http://schemas.microsoft.com/office/drawing/2014/main" id="{C8303B90-9D36-4A16-AE7C-E93C81B27024}"/>
              </a:ext>
            </a:extLst>
          </p:cNvPr>
          <p:cNvSpPr txBox="1"/>
          <p:nvPr/>
        </p:nvSpPr>
        <p:spPr>
          <a:xfrm>
            <a:off x="5917823" y="2598287"/>
            <a:ext cx="5921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i="1" dirty="0">
                <a:solidFill>
                  <a:srgbClr val="355977"/>
                </a:solidFill>
                <a:latin typeface="字魂22号-文宋体" panose="00000500000000000000" pitchFamily="2" charset="-122"/>
                <a:ea typeface="字魂22号-文宋体" panose="00000500000000000000" pitchFamily="2" charset="-122"/>
              </a:rPr>
              <a:t>书签管理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15042" y="2702954"/>
            <a:ext cx="122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35597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肆</a:t>
            </a:r>
          </a:p>
        </p:txBody>
      </p:sp>
      <p:sp>
        <p:nvSpPr>
          <p:cNvPr id="9" name="椭圆 8"/>
          <p:cNvSpPr/>
          <p:nvPr/>
        </p:nvSpPr>
        <p:spPr>
          <a:xfrm>
            <a:off x="3698669" y="2523282"/>
            <a:ext cx="1596342" cy="15963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596445"/>
      </p:ext>
    </p:extLst>
  </p:cSld>
  <p:clrMapOvr>
    <a:masterClrMapping/>
  </p:clrMapOvr>
  <p:transition spd="slow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67" b="9600"/>
          <a:stretch/>
        </p:blipFill>
        <p:spPr>
          <a:xfrm>
            <a:off x="0" y="5720080"/>
            <a:ext cx="12192000" cy="11684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536642" y="582675"/>
            <a:ext cx="3194917" cy="944074"/>
            <a:chOff x="4211723" y="628395"/>
            <a:chExt cx="3194917" cy="94407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723" y="628395"/>
              <a:ext cx="3194917" cy="944074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8303B90-9D36-4A16-AE7C-E93C81B27024}"/>
                </a:ext>
              </a:extLst>
            </p:cNvPr>
            <p:cNvSpPr txBox="1"/>
            <p:nvPr/>
          </p:nvSpPr>
          <p:spPr>
            <a:xfrm>
              <a:off x="4622423" y="693287"/>
              <a:ext cx="24336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i="1" dirty="0">
                  <a:solidFill>
                    <a:srgbClr val="355977"/>
                  </a:solidFill>
                  <a:latin typeface="字魂22号-文宋体" panose="00000500000000000000" pitchFamily="2" charset="-122"/>
                  <a:ea typeface="字魂22号-文宋体" panose="00000500000000000000" pitchFamily="2" charset="-122"/>
                </a:rPr>
                <a:t>书签管理</a:t>
              </a:r>
            </a:p>
          </p:txBody>
        </p:sp>
      </p:grpSp>
      <p:sp>
        <p:nvSpPr>
          <p:cNvPr id="65" name="圆角矩形 64"/>
          <p:cNvSpPr/>
          <p:nvPr/>
        </p:nvSpPr>
        <p:spPr>
          <a:xfrm>
            <a:off x="1930142" y="1979271"/>
            <a:ext cx="8128257" cy="3258272"/>
          </a:xfrm>
          <a:prstGeom prst="roundRect">
            <a:avLst>
              <a:gd name="adj" fmla="val 13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/>
          <p:cNvGrpSpPr/>
          <p:nvPr/>
        </p:nvGrpSpPr>
        <p:grpSpPr>
          <a:xfrm>
            <a:off x="2503989" y="2426686"/>
            <a:ext cx="485522" cy="3121337"/>
            <a:chOff x="2208855" y="1839524"/>
            <a:chExt cx="485522" cy="2347228"/>
          </a:xfrm>
        </p:grpSpPr>
        <p:sp>
          <p:nvSpPr>
            <p:cNvPr id="77" name="圆角矩形 76"/>
            <p:cNvSpPr/>
            <p:nvPr/>
          </p:nvSpPr>
          <p:spPr>
            <a:xfrm rot="16200000">
              <a:off x="1546319" y="2502060"/>
              <a:ext cx="1810593" cy="485522"/>
            </a:xfrm>
            <a:prstGeom prst="roundRect">
              <a:avLst>
                <a:gd name="adj" fmla="val 50000"/>
              </a:avLst>
            </a:prstGeom>
            <a:solidFill>
              <a:srgbClr val="35597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C8303B90-9D36-4A16-AE7C-E93C81B27024}"/>
                </a:ext>
              </a:extLst>
            </p:cNvPr>
            <p:cNvSpPr txBox="1"/>
            <p:nvPr/>
          </p:nvSpPr>
          <p:spPr>
            <a:xfrm>
              <a:off x="2275071" y="1939983"/>
              <a:ext cx="322468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i="1" dirty="0">
                  <a:solidFill>
                    <a:schemeClr val="bg1"/>
                  </a:solidFill>
                  <a:latin typeface="字魂22号-文宋体" panose="00000500000000000000" pitchFamily="2" charset="-122"/>
                  <a:ea typeface="字魂22号-文宋体" panose="00000500000000000000" pitchFamily="2" charset="-122"/>
                </a:rPr>
                <a:t>书签管理的作用与使用</a:t>
              </a:r>
            </a:p>
          </p:txBody>
        </p:sp>
      </p:grpSp>
      <p:sp>
        <p:nvSpPr>
          <p:cNvPr id="80" name="矩形 79"/>
          <p:cNvSpPr/>
          <p:nvPr/>
        </p:nvSpPr>
        <p:spPr>
          <a:xfrm>
            <a:off x="3567502" y="2561420"/>
            <a:ext cx="6120509" cy="2302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作用：</a:t>
            </a:r>
            <a:endParaRPr lang="en-US" altLang="zh-CN" sz="1400" b="1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可将想收藏的网站添加至书签，方便下次可快速找到，同时还可以对书签进行分类。</a:t>
            </a:r>
            <a:endParaRPr lang="en-US" altLang="zh-CN" sz="1400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应用：</a:t>
            </a:r>
            <a:endParaRPr lang="en-US" altLang="zh-CN" sz="1400" b="1" dirty="0">
              <a:solidFill>
                <a:srgbClr val="355977"/>
              </a:solidFill>
              <a:latin typeface="微软雅黑 Light" panose="020B0502040204020203" charset="-122"/>
              <a:ea typeface="思源黑体 Regular" panose="020B0500000000000000" pitchFamily="3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1.</a:t>
            </a:r>
            <a:r>
              <a:rPr lang="zh-CN" altLang="en-US" sz="14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直接点击浏览器网址显示框右边的五角星将该网址添加至书签</a:t>
            </a:r>
            <a:endParaRPr lang="en-US" altLang="zh-CN" sz="1400" dirty="0">
              <a:solidFill>
                <a:srgbClr val="355977"/>
              </a:solidFill>
              <a:latin typeface="微软雅黑 Light" panose="020B0502040204020203" charset="-122"/>
              <a:ea typeface="思源黑体 Regular" panose="020B0500000000000000" pitchFamily="3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2</a:t>
            </a:r>
            <a:r>
              <a:rPr lang="en-US" altLang="zh-CN" sz="14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.</a:t>
            </a:r>
            <a:r>
              <a:rPr lang="zh-CN" altLang="en-US" sz="14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可以下载扩展器管理书签，</a:t>
            </a:r>
            <a:r>
              <a:rPr lang="en-US" altLang="zh-CN" sz="14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Bookmark Sidebar</a:t>
            </a:r>
            <a:r>
              <a:rPr lang="zh-CN" altLang="en-US" sz="14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、</a:t>
            </a:r>
            <a:r>
              <a:rPr lang="en-US" altLang="zh-CN" sz="1400" dirty="0">
                <a:solidFill>
                  <a:srgbClr val="355977"/>
                </a:solidFill>
                <a:latin typeface="微软雅黑 Light" panose="020B0502040204020203" charset="-122"/>
                <a:ea typeface="思源黑体 Regular" panose="020B0500000000000000" pitchFamily="34" charset="-122"/>
                <a:sym typeface="+mn-ea"/>
              </a:rPr>
              <a:t>infinity </a:t>
            </a:r>
            <a:endParaRPr lang="zh-CN" altLang="zh-CN" sz="1400" dirty="0">
              <a:solidFill>
                <a:srgbClr val="355977"/>
              </a:solidFill>
              <a:latin typeface="微软雅黑 Light" panose="020B0502040204020203" charset="-122"/>
              <a:ea typeface="思源黑体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975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87" t="25524" r="11995" b="19343"/>
          <a:stretch/>
        </p:blipFill>
        <p:spPr>
          <a:xfrm flipH="1">
            <a:off x="651059" y="796547"/>
            <a:ext cx="5113807" cy="5004071"/>
          </a:xfrm>
          <a:custGeom>
            <a:avLst/>
            <a:gdLst>
              <a:gd name="connsiteX0" fmla="*/ 2204720 w 5273040"/>
              <a:gd name="connsiteY0" fmla="*/ 0 h 4409440"/>
              <a:gd name="connsiteX1" fmla="*/ 5273040 w 5273040"/>
              <a:gd name="connsiteY1" fmla="*/ 0 h 4409440"/>
              <a:gd name="connsiteX2" fmla="*/ 5273040 w 5273040"/>
              <a:gd name="connsiteY2" fmla="*/ 4409440 h 4409440"/>
              <a:gd name="connsiteX3" fmla="*/ 2204720 w 5273040"/>
              <a:gd name="connsiteY3" fmla="*/ 4409440 h 4409440"/>
              <a:gd name="connsiteX4" fmla="*/ 0 w 5273040"/>
              <a:gd name="connsiteY4" fmla="*/ 2204720 h 4409440"/>
              <a:gd name="connsiteX5" fmla="*/ 2204720 w 5273040"/>
              <a:gd name="connsiteY5" fmla="*/ 0 h 440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040" h="4409440">
                <a:moveTo>
                  <a:pt x="2204720" y="0"/>
                </a:moveTo>
                <a:lnTo>
                  <a:pt x="5273040" y="0"/>
                </a:lnTo>
                <a:lnTo>
                  <a:pt x="5273040" y="4409440"/>
                </a:lnTo>
                <a:lnTo>
                  <a:pt x="2204720" y="4409440"/>
                </a:lnTo>
                <a:cubicBezTo>
                  <a:pt x="987087" y="4409440"/>
                  <a:pt x="0" y="3422353"/>
                  <a:pt x="0" y="2204720"/>
                </a:cubicBezTo>
                <a:cubicBezTo>
                  <a:pt x="0" y="987087"/>
                  <a:pt x="987087" y="0"/>
                  <a:pt x="2204720" y="0"/>
                </a:cubicBezTo>
                <a:close/>
              </a:path>
            </a:pathLst>
          </a:custGeom>
        </p:spPr>
      </p:pic>
      <p:sp>
        <p:nvSpPr>
          <p:cNvPr id="172" name="文本框 171">
            <a:extLst>
              <a:ext uri="{FF2B5EF4-FFF2-40B4-BE49-F238E27FC236}">
                <a16:creationId xmlns:a16="http://schemas.microsoft.com/office/drawing/2014/main" id="{C8303B90-9D36-4A16-AE7C-E93C81B27024}"/>
              </a:ext>
            </a:extLst>
          </p:cNvPr>
          <p:cNvSpPr txBox="1"/>
          <p:nvPr/>
        </p:nvSpPr>
        <p:spPr>
          <a:xfrm>
            <a:off x="5917823" y="2598287"/>
            <a:ext cx="5921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i="1" dirty="0">
                <a:solidFill>
                  <a:srgbClr val="355977"/>
                </a:solidFill>
                <a:latin typeface="字魂22号-文宋体" panose="00000500000000000000" pitchFamily="2" charset="-122"/>
                <a:ea typeface="字魂22号-文宋体" panose="00000500000000000000" pitchFamily="2" charset="-122"/>
              </a:rPr>
              <a:t>开发者工具使用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15042" y="2702954"/>
            <a:ext cx="122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355977"/>
                </a:solidFill>
                <a:ea typeface="字魂95号-手刻宋" panose="00000500000000000000" pitchFamily="2" charset="-122"/>
              </a:rPr>
              <a:t>伍</a:t>
            </a:r>
          </a:p>
        </p:txBody>
      </p:sp>
      <p:sp>
        <p:nvSpPr>
          <p:cNvPr id="9" name="椭圆 8"/>
          <p:cNvSpPr/>
          <p:nvPr/>
        </p:nvSpPr>
        <p:spPr>
          <a:xfrm>
            <a:off x="3698669" y="2523282"/>
            <a:ext cx="1596342" cy="15963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431626"/>
      </p:ext>
    </p:extLst>
  </p:cSld>
  <p:clrMapOvr>
    <a:masterClrMapping/>
  </p:clrMapOvr>
  <p:transition spd="slow"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595" b="9600"/>
          <a:stretch/>
        </p:blipFill>
        <p:spPr>
          <a:xfrm>
            <a:off x="0" y="0"/>
            <a:ext cx="902825" cy="6888480"/>
          </a:xfrm>
          <a:prstGeom prst="rect">
            <a:avLst/>
          </a:prstGeom>
        </p:spPr>
      </p:pic>
      <p:graphicFrame>
        <p:nvGraphicFramePr>
          <p:cNvPr id="6" name="图表 5"/>
          <p:cNvGraphicFramePr/>
          <p:nvPr>
            <p:extLst>
              <p:ext uri="{D42A27DB-BD31-4B8C-83A1-F6EECF244321}">
                <p14:modId xmlns:p14="http://schemas.microsoft.com/office/powerpoint/2010/main" val="4239527399"/>
              </p:ext>
            </p:extLst>
          </p:nvPr>
        </p:nvGraphicFramePr>
        <p:xfrm>
          <a:off x="6400959" y="2048719"/>
          <a:ext cx="4988529" cy="3325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4536642" y="582675"/>
            <a:ext cx="3194917" cy="944074"/>
            <a:chOff x="4211723" y="628395"/>
            <a:chExt cx="3194917" cy="94407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723" y="628395"/>
              <a:ext cx="3194917" cy="944074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8303B90-9D36-4A16-AE7C-E93C81B27024}"/>
                </a:ext>
              </a:extLst>
            </p:cNvPr>
            <p:cNvSpPr txBox="1"/>
            <p:nvPr/>
          </p:nvSpPr>
          <p:spPr>
            <a:xfrm>
              <a:off x="4622423" y="693287"/>
              <a:ext cx="24336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i="1">
                  <a:solidFill>
                    <a:srgbClr val="355977"/>
                  </a:solidFill>
                  <a:latin typeface="字魂22号-文宋体" panose="00000500000000000000" pitchFamily="2" charset="-122"/>
                  <a:ea typeface="字魂22号-文宋体" panose="00000500000000000000" pitchFamily="2" charset="-122"/>
                </a:rPr>
                <a:t>输入标题</a:t>
              </a:r>
              <a:endParaRPr lang="zh-CN" altLang="en-US" sz="4000" b="1" i="1" dirty="0">
                <a:solidFill>
                  <a:srgbClr val="355977"/>
                </a:solidFill>
                <a:latin typeface="字魂22号-文宋体" panose="00000500000000000000" pitchFamily="2" charset="-122"/>
                <a:ea typeface="字魂22号-文宋体" panose="00000500000000000000" pitchFamily="2" charset="-122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2180341" y="2488804"/>
            <a:ext cx="3769046" cy="2544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20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请在此输入有关于改进计划的相关说明，以便于观众更好</a:t>
            </a:r>
            <a:r>
              <a:rPr lang="zh-CN" altLang="en-US" sz="140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的理解</a:t>
            </a:r>
            <a:endParaRPr lang="en-US" altLang="zh-CN" sz="140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20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请在此输入有关于改进计划的相关说明，以便于观众更好的理解</a:t>
            </a:r>
            <a:endParaRPr lang="en-US" altLang="zh-CN" sz="140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2000"/>
              </a:spcBef>
              <a:buClr>
                <a:srgbClr val="355977"/>
              </a:buClr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请在此输入有关于改进计划的相关说明，以便于观众更好的理解</a:t>
            </a:r>
            <a:endParaRPr lang="zh-CN" altLang="zh-CN" sz="1400">
              <a:solidFill>
                <a:srgbClr val="355977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880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48" r="20348" b="9600"/>
          <a:stretch/>
        </p:blipFill>
        <p:spPr>
          <a:xfrm>
            <a:off x="7546694" y="0"/>
            <a:ext cx="2963120" cy="6888480"/>
          </a:xfrm>
          <a:custGeom>
            <a:avLst/>
            <a:gdLst>
              <a:gd name="connsiteX0" fmla="*/ 0 w 2963120"/>
              <a:gd name="connsiteY0" fmla="*/ 0 h 6888480"/>
              <a:gd name="connsiteX1" fmla="*/ 2154581 w 2963120"/>
              <a:gd name="connsiteY1" fmla="*/ 0 h 6888480"/>
              <a:gd name="connsiteX2" fmla="*/ 2205273 w 2963120"/>
              <a:gd name="connsiteY2" fmla="*/ 80057 h 6888480"/>
              <a:gd name="connsiteX3" fmla="*/ 2963120 w 2963120"/>
              <a:gd name="connsiteY3" fmla="*/ 3437680 h 6888480"/>
              <a:gd name="connsiteX4" fmla="*/ 2205273 w 2963120"/>
              <a:gd name="connsiteY4" fmla="*/ 6795303 h 6888480"/>
              <a:gd name="connsiteX5" fmla="*/ 2146274 w 2963120"/>
              <a:gd name="connsiteY5" fmla="*/ 6888480 h 6888480"/>
              <a:gd name="connsiteX6" fmla="*/ 6619 w 2963120"/>
              <a:gd name="connsiteY6" fmla="*/ 6888480 h 6888480"/>
              <a:gd name="connsiteX7" fmla="*/ 0 w 2963120"/>
              <a:gd name="connsiteY7" fmla="*/ 6878028 h 6888480"/>
              <a:gd name="connsiteX8" fmla="*/ 0 w 2963120"/>
              <a:gd name="connsiteY8" fmla="*/ 0 h 6888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63120" h="6888480">
                <a:moveTo>
                  <a:pt x="0" y="0"/>
                </a:moveTo>
                <a:lnTo>
                  <a:pt x="2154581" y="0"/>
                </a:lnTo>
                <a:lnTo>
                  <a:pt x="2205273" y="80057"/>
                </a:lnTo>
                <a:cubicBezTo>
                  <a:pt x="2665333" y="844160"/>
                  <a:pt x="2963120" y="2063688"/>
                  <a:pt x="2963120" y="3437680"/>
                </a:cubicBezTo>
                <a:cubicBezTo>
                  <a:pt x="2963120" y="4811672"/>
                  <a:pt x="2665333" y="6031200"/>
                  <a:pt x="2205273" y="6795303"/>
                </a:cubicBezTo>
                <a:lnTo>
                  <a:pt x="2146274" y="6888480"/>
                </a:lnTo>
                <a:lnTo>
                  <a:pt x="6619" y="6888480"/>
                </a:lnTo>
                <a:lnTo>
                  <a:pt x="0" y="687802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02" t="-9873" r="26980" b="9737"/>
          <a:stretch/>
        </p:blipFill>
        <p:spPr>
          <a:xfrm>
            <a:off x="6736466" y="-752355"/>
            <a:ext cx="2964809" cy="7630383"/>
          </a:xfrm>
          <a:custGeom>
            <a:avLst/>
            <a:gdLst>
              <a:gd name="connsiteX0" fmla="*/ 1886674 w 2964809"/>
              <a:gd name="connsiteY0" fmla="*/ 0 h 7630383"/>
              <a:gd name="connsiteX1" fmla="*/ 2941531 w 2964809"/>
              <a:gd name="connsiteY1" fmla="*/ 715592 h 7630383"/>
              <a:gd name="connsiteX2" fmla="*/ 2964809 w 2964809"/>
              <a:gd name="connsiteY2" fmla="*/ 752355 h 7630383"/>
              <a:gd name="connsiteX3" fmla="*/ 810228 w 2964809"/>
              <a:gd name="connsiteY3" fmla="*/ 752355 h 7630383"/>
              <a:gd name="connsiteX4" fmla="*/ 810228 w 2964809"/>
              <a:gd name="connsiteY4" fmla="*/ 7630383 h 7630383"/>
              <a:gd name="connsiteX5" fmla="*/ 757847 w 2964809"/>
              <a:gd name="connsiteY5" fmla="*/ 7547658 h 7630383"/>
              <a:gd name="connsiteX6" fmla="*/ 0 w 2964809"/>
              <a:gd name="connsiteY6" fmla="*/ 4190035 h 7630383"/>
              <a:gd name="connsiteX7" fmla="*/ 1886674 w 2964809"/>
              <a:gd name="connsiteY7" fmla="*/ 0 h 7630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64809" h="7630383">
                <a:moveTo>
                  <a:pt x="1886674" y="0"/>
                </a:moveTo>
                <a:cubicBezTo>
                  <a:pt x="2277417" y="0"/>
                  <a:pt x="2640416" y="263804"/>
                  <a:pt x="2941531" y="715592"/>
                </a:cubicBezTo>
                <a:lnTo>
                  <a:pt x="2964809" y="752355"/>
                </a:lnTo>
                <a:lnTo>
                  <a:pt x="810228" y="752355"/>
                </a:lnTo>
                <a:lnTo>
                  <a:pt x="810228" y="7630383"/>
                </a:lnTo>
                <a:lnTo>
                  <a:pt x="757847" y="7547658"/>
                </a:lnTo>
                <a:cubicBezTo>
                  <a:pt x="297787" y="6783555"/>
                  <a:pt x="0" y="5564027"/>
                  <a:pt x="0" y="4190035"/>
                </a:cubicBezTo>
                <a:cubicBezTo>
                  <a:pt x="0" y="1875943"/>
                  <a:pt x="844693" y="0"/>
                  <a:pt x="1886674" y="0"/>
                </a:cubicBezTo>
                <a:close/>
              </a:path>
            </a:pathLst>
          </a:cu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52" r="6582" b="9600"/>
          <a:stretch/>
        </p:blipFill>
        <p:spPr>
          <a:xfrm>
            <a:off x="9692969" y="0"/>
            <a:ext cx="2495174" cy="6888480"/>
          </a:xfrm>
          <a:custGeom>
            <a:avLst/>
            <a:gdLst>
              <a:gd name="connsiteX0" fmla="*/ 8307 w 3297685"/>
              <a:gd name="connsiteY0" fmla="*/ 0 h 6888480"/>
              <a:gd name="connsiteX1" fmla="*/ 3297685 w 3297685"/>
              <a:gd name="connsiteY1" fmla="*/ 0 h 6888480"/>
              <a:gd name="connsiteX2" fmla="*/ 3297685 w 3297685"/>
              <a:gd name="connsiteY2" fmla="*/ 6888480 h 6888480"/>
              <a:gd name="connsiteX3" fmla="*/ 0 w 3297685"/>
              <a:gd name="connsiteY3" fmla="*/ 6888480 h 6888480"/>
              <a:gd name="connsiteX4" fmla="*/ 58999 w 3297685"/>
              <a:gd name="connsiteY4" fmla="*/ 6795303 h 6888480"/>
              <a:gd name="connsiteX5" fmla="*/ 816846 w 3297685"/>
              <a:gd name="connsiteY5" fmla="*/ 3437680 h 6888480"/>
              <a:gd name="connsiteX6" fmla="*/ 58999 w 3297685"/>
              <a:gd name="connsiteY6" fmla="*/ 80057 h 6888480"/>
              <a:gd name="connsiteX7" fmla="*/ 8307 w 3297685"/>
              <a:gd name="connsiteY7" fmla="*/ 0 h 6888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7685" h="6888480">
                <a:moveTo>
                  <a:pt x="8307" y="0"/>
                </a:moveTo>
                <a:lnTo>
                  <a:pt x="3297685" y="0"/>
                </a:lnTo>
                <a:lnTo>
                  <a:pt x="3297685" y="6888480"/>
                </a:lnTo>
                <a:lnTo>
                  <a:pt x="0" y="6888480"/>
                </a:lnTo>
                <a:lnTo>
                  <a:pt x="58999" y="6795303"/>
                </a:lnTo>
                <a:cubicBezTo>
                  <a:pt x="519059" y="6031200"/>
                  <a:pt x="816846" y="4811672"/>
                  <a:pt x="816846" y="3437680"/>
                </a:cubicBezTo>
                <a:cubicBezTo>
                  <a:pt x="816846" y="2063688"/>
                  <a:pt x="519059" y="844160"/>
                  <a:pt x="58999" y="80057"/>
                </a:cubicBezTo>
                <a:lnTo>
                  <a:pt x="8307" y="0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48" t="90263" r="44598" b="9600"/>
          <a:stretch/>
        </p:blipFill>
        <p:spPr>
          <a:xfrm>
            <a:off x="6748040" y="6878028"/>
            <a:ext cx="6619" cy="10452"/>
          </a:xfrm>
          <a:custGeom>
            <a:avLst/>
            <a:gdLst>
              <a:gd name="connsiteX0" fmla="*/ 0 w 6619"/>
              <a:gd name="connsiteY0" fmla="*/ 0 h 10452"/>
              <a:gd name="connsiteX1" fmla="*/ 6619 w 6619"/>
              <a:gd name="connsiteY1" fmla="*/ 10452 h 10452"/>
              <a:gd name="connsiteX2" fmla="*/ 0 w 6619"/>
              <a:gd name="connsiteY2" fmla="*/ 10452 h 10452"/>
              <a:gd name="connsiteX3" fmla="*/ 0 w 6619"/>
              <a:gd name="connsiteY3" fmla="*/ 0 h 1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19" h="10452">
                <a:moveTo>
                  <a:pt x="0" y="0"/>
                </a:moveTo>
                <a:lnTo>
                  <a:pt x="6619" y="10452"/>
                </a:lnTo>
                <a:lnTo>
                  <a:pt x="0" y="10452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4" name="组合 3"/>
          <p:cNvGrpSpPr/>
          <p:nvPr/>
        </p:nvGrpSpPr>
        <p:grpSpPr>
          <a:xfrm>
            <a:off x="4498542" y="582675"/>
            <a:ext cx="3194917" cy="944074"/>
            <a:chOff x="4211723" y="628395"/>
            <a:chExt cx="3194917" cy="94407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723" y="628395"/>
              <a:ext cx="3194917" cy="94407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8303B90-9D36-4A16-AE7C-E93C81B27024}"/>
                </a:ext>
              </a:extLst>
            </p:cNvPr>
            <p:cNvSpPr txBox="1"/>
            <p:nvPr/>
          </p:nvSpPr>
          <p:spPr>
            <a:xfrm>
              <a:off x="4622423" y="693287"/>
              <a:ext cx="24336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i="1">
                  <a:solidFill>
                    <a:srgbClr val="355977"/>
                  </a:solidFill>
                  <a:latin typeface="字魂22号-文宋体" panose="00000500000000000000" pitchFamily="2" charset="-122"/>
                  <a:ea typeface="字魂22号-文宋体" panose="00000500000000000000" pitchFamily="2" charset="-122"/>
                </a:rPr>
                <a:t>输入标题</a:t>
              </a:r>
              <a:endParaRPr lang="zh-CN" altLang="en-US" sz="4000" b="1" i="1" dirty="0">
                <a:solidFill>
                  <a:srgbClr val="355977"/>
                </a:solidFill>
                <a:latin typeface="字魂22号-文宋体" panose="00000500000000000000" pitchFamily="2" charset="-122"/>
                <a:ea typeface="字魂22号-文宋体" panose="00000500000000000000" pitchFamily="2" charset="-122"/>
              </a:endParaRPr>
            </a:p>
          </p:txBody>
        </p:sp>
      </p:grpSp>
      <p:graphicFrame>
        <p:nvGraphicFramePr>
          <p:cNvPr id="9" name="图表 8"/>
          <p:cNvGraphicFramePr/>
          <p:nvPr>
            <p:extLst>
              <p:ext uri="{D42A27DB-BD31-4B8C-83A1-F6EECF244321}">
                <p14:modId xmlns:p14="http://schemas.microsoft.com/office/powerpoint/2010/main" val="2220099977"/>
              </p:ext>
            </p:extLst>
          </p:nvPr>
        </p:nvGraphicFramePr>
        <p:xfrm>
          <a:off x="1163898" y="1886674"/>
          <a:ext cx="5469036" cy="3646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矩形 9"/>
          <p:cNvSpPr/>
          <p:nvPr/>
        </p:nvSpPr>
        <p:spPr>
          <a:xfrm>
            <a:off x="7238036" y="3569815"/>
            <a:ext cx="4082005" cy="1027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  <a:buClr>
                <a:srgbClr val="355977"/>
              </a:buClr>
            </a:pPr>
            <a:r>
              <a:rPr lang="zh-CN" altLang="en-US" sz="1400" dirty="0">
                <a:solidFill>
                  <a:srgbClr val="355977"/>
                </a:solidFill>
                <a:latin typeface="思源黑体 Regular" panose="020B0500000000000000" pitchFamily="34" charset="-122"/>
                <a:ea typeface="思源黑体 Regular" panose="020B0500000000000000" pitchFamily="34" charset="-122"/>
                <a:sym typeface="+mn-ea"/>
              </a:rPr>
              <a:t>请在此输入有关于改进计划的相关说明，以便于观众更好的理解，输入文字时可以直接复制，粘贴时请选择右键只保留文本。</a:t>
            </a:r>
            <a:endParaRPr lang="en-US" altLang="zh-CN" sz="1400" dirty="0">
              <a:solidFill>
                <a:srgbClr val="355977"/>
              </a:solidFill>
              <a:latin typeface="思源黑体 Regular" panose="020B0500000000000000" pitchFamily="34" charset="-122"/>
              <a:ea typeface="思源黑体 Regular" panose="020B0500000000000000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45726" y="2424112"/>
            <a:ext cx="2682239" cy="1593088"/>
          </a:xfrm>
          <a:prstGeom prst="rect">
            <a:avLst/>
          </a:prstGeom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156464" rIns="0" bIns="167640" numCol="1" spcCol="1270" anchor="ctr" anchorCtr="0">
            <a:noAutofit/>
          </a:bodyPr>
          <a:lstStyle/>
          <a:p>
            <a:pPr marL="0" lv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3200" i="1" kern="1200">
                <a:solidFill>
                  <a:srgbClr val="355977"/>
                </a:solidFill>
                <a:latin typeface="字魂22号-文宋体" panose="00000500000000000000" pitchFamily="2" charset="-122"/>
                <a:ea typeface="字魂22号-文宋体" panose="00000500000000000000" pitchFamily="2" charset="-122"/>
              </a:rPr>
              <a:t>输入内容</a:t>
            </a:r>
          </a:p>
        </p:txBody>
      </p:sp>
    </p:spTree>
    <p:extLst>
      <p:ext uri="{BB962C8B-B14F-4D97-AF65-F5344CB8AC3E}">
        <p14:creationId xmlns:p14="http://schemas.microsoft.com/office/powerpoint/2010/main" val="111996577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  <a:alpha val="47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 txBox="1">
            <a:spLocks/>
          </p:cNvSpPr>
          <p:nvPr/>
        </p:nvSpPr>
        <p:spPr>
          <a:xfrm>
            <a:off x="1333910" y="603250"/>
            <a:ext cx="9874250" cy="60979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40"/>
              </a:spcBef>
              <a:buNone/>
            </a:pPr>
            <a:r>
              <a:rPr lang="en-US" altLang="zh-CN" sz="52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版权声明</a:t>
            </a:r>
          </a:p>
          <a:p>
            <a:pPr marL="0" indent="0" algn="ctr">
              <a:spcBef>
                <a:spcPts val="1440"/>
              </a:spcBef>
              <a:buNone/>
            </a:pPr>
            <a:r>
              <a:rPr lang="en-US" altLang="zh-CN" sz="31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       感谢您支持原创设计事业，支持设计版权产品！</a:t>
            </a:r>
          </a:p>
          <a:p>
            <a:pPr marL="0" indent="0" algn="ctr">
              <a:spcBef>
                <a:spcPts val="1440"/>
              </a:spcBef>
              <a:buNone/>
            </a:pPr>
            <a:endParaRPr lang="en-US">
              <a:solidFill>
                <a:srgbClr val="355977"/>
              </a:solidFill>
              <a:latin typeface="Noto Sans S Chinese" panose="020B0800000000000000" charset="-122"/>
              <a:ea typeface="Noto Sans S Chinese" panose="020B0800000000000000" charset="-122"/>
              <a:cs typeface="Noto Sans S Chinese" panose="020B0800000000000000" charset="-122"/>
              <a:sym typeface="Source Han Sans CN"/>
            </a:endParaRPr>
          </a:p>
          <a:p>
            <a:pPr marL="0" indent="0">
              <a:spcBef>
                <a:spcPts val="1440"/>
              </a:spcBef>
              <a:buNone/>
            </a:pPr>
            <a:r>
              <a:rPr lang="en-US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感谢您下载千图网</a:t>
            </a:r>
            <a:r>
              <a:rPr lang="zh-CN" altLang="en-US" sz="14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原创</a:t>
            </a:r>
            <a:r>
              <a:rPr lang="en-US" altLang="zh-CN" sz="14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PPT</a:t>
            </a:r>
            <a:r>
              <a:rPr lang="zh-CN" altLang="en-US" sz="14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模板。</a:t>
            </a:r>
            <a:r>
              <a:rPr lang="en-US" sz="14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为了您和千图网以及原创作者的利益，请勿复制、传播、销售，否则将承担法律责任！</a:t>
            </a:r>
          </a:p>
          <a:p>
            <a:pPr marL="0" indent="0">
              <a:spcBef>
                <a:spcPts val="1440"/>
              </a:spcBef>
              <a:buNone/>
            </a:pPr>
            <a:r>
              <a:rPr lang="en-US" sz="14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千图网将对作品进行维权，按照传播下载次数的十倍进行索取赔偿</a:t>
            </a:r>
            <a:r>
              <a:rPr lang="zh-CN" altLang="en-US" sz="14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金</a:t>
            </a:r>
            <a:r>
              <a:rPr lang="en-US" sz="14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！</a:t>
            </a:r>
          </a:p>
          <a:p>
            <a:pPr marL="0" indent="0">
              <a:spcBef>
                <a:spcPts val="1440"/>
              </a:spcBef>
              <a:buNone/>
            </a:pPr>
            <a:r>
              <a:rPr lang="en-US" sz="14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1、千图网网站出售的PPT模版是免版税类（RF：Royalty-free）正版受《中华人民共和国著作法》和《世界版权公约》的保护，作品的所有权、版权和著作权归千图网所有，您下载的是PPT模版素材使用权。</a:t>
            </a:r>
          </a:p>
          <a:p>
            <a:pPr marL="0" indent="0">
              <a:spcBef>
                <a:spcPts val="1440"/>
              </a:spcBef>
              <a:buNone/>
            </a:pPr>
            <a:r>
              <a:rPr lang="en-US" sz="14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2、不得将千图网的PPT模版、PPT素材，本身用于再出售，或者出租、出借、转让、分销、发布或者作为礼物供他人使用，不得转授权、出卖、转让本协议或本协议中的权利。</a:t>
            </a:r>
          </a:p>
          <a:p>
            <a:pPr marL="0" indent="0">
              <a:spcBef>
                <a:spcPts val="1440"/>
              </a:spcBef>
              <a:buNone/>
            </a:pPr>
            <a:r>
              <a:rPr lang="en-US" sz="14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3、禁止把作品纳入商标或服务标记。</a:t>
            </a:r>
          </a:p>
          <a:p>
            <a:pPr marL="0" indent="0">
              <a:spcBef>
                <a:spcPts val="1440"/>
              </a:spcBef>
              <a:buNone/>
            </a:pPr>
            <a:r>
              <a:rPr lang="en-US" sz="1400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4、禁止用户用下载格式在网上传播作品。或者作品可以让第三方单</a:t>
            </a:r>
            <a:r>
              <a:rPr lang="en-US">
                <a:solidFill>
                  <a:srgbClr val="355977"/>
                </a:solidFill>
                <a:latin typeface="Noto Sans S Chinese" panose="020B0800000000000000" charset="-122"/>
                <a:ea typeface="Noto Sans S Chinese" panose="020B0800000000000000" charset="-122"/>
                <a:cs typeface="Noto Sans S Chinese" panose="020B0800000000000000" charset="-122"/>
                <a:sym typeface="Source Han Sans CN"/>
              </a:rPr>
              <a:t>独付费或共享免费下载、或通过转移电话服务系统传播。</a:t>
            </a:r>
            <a:endParaRPr lang="en-US" dirty="0">
              <a:solidFill>
                <a:srgbClr val="355977"/>
              </a:solidFill>
              <a:latin typeface="Noto Sans S Chinese" panose="020B0800000000000000" charset="-122"/>
              <a:ea typeface="Noto Sans S Chinese" panose="020B0800000000000000" charset="-122"/>
              <a:cs typeface="Noto Sans S Chinese" panose="020B0800000000000000" charset="-122"/>
              <a:sym typeface="Source Han Sans CN"/>
            </a:endParaRPr>
          </a:p>
        </p:txBody>
      </p:sp>
    </p:spTree>
    <p:extLst>
      <p:ext uri="{BB962C8B-B14F-4D97-AF65-F5344CB8AC3E}">
        <p14:creationId xmlns:p14="http://schemas.microsoft.com/office/powerpoint/2010/main" val="7728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">
      <a:majorFont>
        <a:latin typeface="思源黑體 HW Bold"/>
        <a:ea typeface="思源黑體 HW Bold"/>
        <a:cs typeface=""/>
      </a:majorFont>
      <a:minorFont>
        <a:latin typeface="思源黑体 Regular"/>
        <a:ea typeface="思源黑体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610</Words>
  <Application>Microsoft Office PowerPoint</Application>
  <PresentationFormat>宽屏</PresentationFormat>
  <Paragraphs>101</Paragraphs>
  <Slides>17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Noto Sans S Chinese</vt:lpstr>
      <vt:lpstr>思源黑体 Regular</vt:lpstr>
      <vt:lpstr>思源黑體 HW Bold</vt:lpstr>
      <vt:lpstr>微软雅黑 Light</vt:lpstr>
      <vt:lpstr>字魂138号-霸燃手书</vt:lpstr>
      <vt:lpstr>字魂22号-文宋体</vt:lpstr>
      <vt:lpstr>字魂95号-手刻宋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2022奋斗者</dc:creator>
  <cp:lastModifiedBy>deng chen</cp:lastModifiedBy>
  <cp:revision>160</cp:revision>
  <dcterms:created xsi:type="dcterms:W3CDTF">2021-10-17T04:49:00Z</dcterms:created>
  <dcterms:modified xsi:type="dcterms:W3CDTF">2022-04-21T08:46:55Z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1B5FE59A40FD4C09BFC1306C620CFB46</vt:lpwstr>
  </property>
  <property fmtid="{D5CDD505-2E9C-101B-9397-08002B2CF9AE}" pid="3" name="KSOProductBuildVer">
    <vt:lpwstr>2052-11.1.0.11365</vt:lpwstr>
  </property>
</Properties>
</file>